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725" r:id="rId4"/>
  </p:sldMasterIdLst>
  <p:notesMasterIdLst>
    <p:notesMasterId r:id="rId33"/>
  </p:notesMasterIdLst>
  <p:handoutMasterIdLst>
    <p:handoutMasterId r:id="rId34"/>
  </p:handoutMasterIdLst>
  <p:sldIdLst>
    <p:sldId id="318" r:id="rId5"/>
    <p:sldId id="339" r:id="rId6"/>
    <p:sldId id="336" r:id="rId7"/>
    <p:sldId id="337" r:id="rId8"/>
    <p:sldId id="338" r:id="rId9"/>
    <p:sldId id="399" r:id="rId10"/>
    <p:sldId id="398" r:id="rId11"/>
    <p:sldId id="274" r:id="rId12"/>
    <p:sldId id="314" r:id="rId13"/>
    <p:sldId id="310" r:id="rId14"/>
    <p:sldId id="400" r:id="rId15"/>
    <p:sldId id="269" r:id="rId16"/>
    <p:sldId id="281" r:id="rId17"/>
    <p:sldId id="403" r:id="rId18"/>
    <p:sldId id="401" r:id="rId19"/>
    <p:sldId id="402" r:id="rId20"/>
    <p:sldId id="378" r:id="rId21"/>
    <p:sldId id="280" r:id="rId22"/>
    <p:sldId id="259" r:id="rId23"/>
    <p:sldId id="277" r:id="rId24"/>
    <p:sldId id="260" r:id="rId25"/>
    <p:sldId id="262" r:id="rId26"/>
    <p:sldId id="266" r:id="rId27"/>
    <p:sldId id="316" r:id="rId28"/>
    <p:sldId id="294" r:id="rId29"/>
    <p:sldId id="297" r:id="rId30"/>
    <p:sldId id="293" r:id="rId31"/>
    <p:sldId id="374" r:id="rId32"/>
  </p:sldIdLst>
  <p:sldSz cx="12192000" cy="6858000"/>
  <p:notesSz cx="6858000" cy="9144000"/>
  <p:embeddedFontLst>
    <p:embeddedFont>
      <p:font typeface="MS PGothic" panose="020B0600070205080204" pitchFamily="34" charset="-128"/>
      <p:regular r:id="rId35"/>
    </p:embeddedFont>
    <p:embeddedFont>
      <p:font typeface="Poppins" pitchFamily="2" charset="77"/>
      <p:regular r:id="rId36"/>
      <p:bold r:id="rId37"/>
      <p:italic r:id="rId38"/>
      <p:boldItalic r:id="rId39"/>
    </p:embeddedFont>
    <p:embeddedFont>
      <p:font typeface="Poppins Medium" pitchFamily="2" charset="77"/>
      <p:regular r:id="rId40"/>
      <p:italic r:id="rId41"/>
    </p:embeddedFont>
    <p:embeddedFont>
      <p:font typeface="Poppins SemiBold" pitchFamily="2" charset="77"/>
      <p:regular r:id="rId42"/>
      <p:bold r:id="rId43"/>
      <p:italic r:id="rId44"/>
      <p:boldItalic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725BB8-5E58-DEAF-E507-81F1230EB44A}" name="Amanda Mohs" initials="AM" userId="S::amanda.mohs@sailpoint.com::67265dbb-dcf5-4308-9705-7363d9008c9b" providerId="AD"/>
  <p188:author id="{13854AD9-268A-DAF6-3C99-A46DCEC60DA1}" name="Jessica Sutera" initials="JS" userId="S::jessica.sutera@sailpoint.com::0de3e51d-b978-4ee6-8f4a-cb738f04e7b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1C48"/>
    <a:srgbClr val="FF00FF"/>
    <a:srgbClr val="FF5700"/>
    <a:srgbClr val="FF6C00"/>
    <a:srgbClr val="66AAE2"/>
    <a:srgbClr val="370069"/>
    <a:srgbClr val="165341"/>
    <a:srgbClr val="204846"/>
    <a:srgbClr val="205846"/>
    <a:srgbClr val="2058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26C077-26CB-B148-ADFA-345D7BF08622}" v="44" dt="2026-03-27T15:49:25.688"/>
    <p1510:client id="{C0932AA6-FCB7-E8BF-235E-87B1B3704215}" v="1" dt="2026-03-27T14:04:57.9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00"/>
    <p:restoredTop sz="96096"/>
  </p:normalViewPr>
  <p:slideViewPr>
    <p:cSldViewPr snapToGrid="0">
      <p:cViewPr varScale="1">
        <p:scale>
          <a:sx n="122" d="100"/>
          <a:sy n="122" d="100"/>
        </p:scale>
        <p:origin x="6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5.fntdata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42" Type="http://schemas.openxmlformats.org/officeDocument/2006/relationships/font" Target="fonts/font8.fntdata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2.fntdata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4.fntdata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>
              <a:gsLst>
                <a:gs pos="33000">
                  <a:schemeClr val="accent2"/>
                </a:gs>
                <a:gs pos="98000">
                  <a:srgbClr val="011C48"/>
                </a:gs>
                <a:gs pos="68000">
                  <a:schemeClr val="tx1"/>
                </a:gs>
              </a:gsLst>
              <a:lin ang="3000000" scaled="0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B8-684A-B22B-0EFB53CBB2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>
              <a:gsLst>
                <a:gs pos="88000">
                  <a:schemeClr val="accent2"/>
                </a:gs>
                <a:gs pos="35000">
                  <a:schemeClr val="accent4"/>
                </a:gs>
              </a:gsLst>
              <a:lin ang="3000000" scaled="0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4B8-684A-B22B-0EFB53CBB24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gradFill>
              <a:gsLst>
                <a:gs pos="75000">
                  <a:schemeClr val="accent3"/>
                </a:gs>
                <a:gs pos="16000">
                  <a:srgbClr val="FF00FF"/>
                </a:gs>
              </a:gsLst>
              <a:lin ang="3000000" scaled="0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4B8-684A-B22B-0EFB53CBB2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6"/>
        <c:overlap val="-27"/>
        <c:axId val="125142031"/>
        <c:axId val="122999839"/>
      </c:barChart>
      <c:catAx>
        <c:axId val="125142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6"/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22999839"/>
        <c:crosses val="autoZero"/>
        <c:auto val="1"/>
        <c:lblAlgn val="ctr"/>
        <c:lblOffset val="100"/>
        <c:noMultiLvlLbl val="0"/>
      </c:catAx>
      <c:valAx>
        <c:axId val="1229998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2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6"/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251420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accent6"/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accent6"/>
              </a:solidFill>
              <a:latin typeface="Poppins SemiBold" pitchFamily="2" charset="77"/>
              <a:ea typeface="+mn-ea"/>
              <a:cs typeface="Poppins SemiBold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1851595890826869"/>
          <c:y val="0.20435334226231519"/>
          <c:w val="0.56296823248680483"/>
          <c:h val="0.7389288812317181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gradFill>
                <a:gsLst>
                  <a:gs pos="4000">
                    <a:srgbClr val="011C48"/>
                  </a:gs>
                  <a:gs pos="100000">
                    <a:schemeClr val="accent2"/>
                  </a:gs>
                  <a:gs pos="56000">
                    <a:schemeClr val="tx1"/>
                  </a:gs>
                </a:gsLst>
                <a:lin ang="270000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1734-5242-AAFD-0D099087D18A}"/>
              </c:ext>
            </c:extLst>
          </c:dPt>
          <c:dPt>
            <c:idx val="1"/>
            <c:bubble3D val="0"/>
            <c:spPr>
              <a:gradFill>
                <a:gsLst>
                  <a:gs pos="100000">
                    <a:schemeClr val="accent2"/>
                  </a:gs>
                  <a:gs pos="56000">
                    <a:schemeClr val="accent4"/>
                  </a:gs>
                </a:gsLst>
                <a:lin ang="270000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734-5242-AAFD-0D099087D18A}"/>
              </c:ext>
            </c:extLst>
          </c:dPt>
          <c:dPt>
            <c:idx val="2"/>
            <c:bubble3D val="0"/>
            <c:spPr>
              <a:gradFill>
                <a:gsLst>
                  <a:gs pos="88000">
                    <a:schemeClr val="accent3"/>
                  </a:gs>
                  <a:gs pos="41000">
                    <a:srgbClr val="FF00FF"/>
                  </a:gs>
                </a:gsLst>
                <a:lin ang="270000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1734-5242-AAFD-0D099087D18A}"/>
              </c:ext>
            </c:extLst>
          </c:dPt>
          <c:dPt>
            <c:idx val="3"/>
            <c:bubble3D val="0"/>
            <c:spPr>
              <a:gradFill>
                <a:gsLst>
                  <a:gs pos="77000">
                    <a:schemeClr val="accent5"/>
                  </a:gs>
                  <a:gs pos="25000">
                    <a:srgbClr val="00B050"/>
                  </a:gs>
                </a:gsLst>
                <a:lin ang="270000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734-5242-AAFD-0D099087D18A}"/>
              </c:ext>
            </c:extLst>
          </c:dPt>
          <c:dLbls>
            <c:dLbl>
              <c:idx val="0"/>
              <c:layout>
                <c:manualLayout>
                  <c:x val="9.6707818930041003E-2"/>
                  <c:y val="-1.0423452768729642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734-5242-AAFD-0D099087D18A}"/>
                </c:ext>
              </c:extLst>
            </c:dLbl>
            <c:dLbl>
              <c:idx val="1"/>
              <c:layout>
                <c:manualLayout>
                  <c:x val="-8.0246913580246937E-2"/>
                  <c:y val="9.6416938110749181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734-5242-AAFD-0D099087D18A}"/>
                </c:ext>
              </c:extLst>
            </c:dLbl>
            <c:dLbl>
              <c:idx val="2"/>
              <c:layout>
                <c:manualLayout>
                  <c:x val="-7.407407407407407E-2"/>
                  <c:y val="-6.7752442996742671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734-5242-AAFD-0D099087D18A}"/>
                </c:ext>
              </c:extLst>
            </c:dLbl>
            <c:dLbl>
              <c:idx val="3"/>
              <c:layout>
                <c:manualLayout>
                  <c:x val="-3.9094650205761396E-2"/>
                  <c:y val="-0.10162866449511401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734-5242-AAFD-0D099087D1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34-5242-AAFD-0D099087D1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576F3D-F7CA-8F48-BB6D-A84A1A1F00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6829F4-7E59-B74C-925A-DE36CB4AEA1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7CF1F4-0991-B84C-861D-B7370011C2A1}" type="datetimeFigureOut">
              <a:rPr lang="en-US" smtClean="0">
                <a:latin typeface="Poppins" pitchFamily="2" charset="77"/>
                <a:cs typeface="Poppins" pitchFamily="2" charset="77"/>
              </a:rPr>
              <a:t>6/16/26</a:t>
            </a:fld>
            <a:endParaRPr lang="en-US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8E14B-56F1-E847-8D25-81CE45DBEC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D6A38F-CFEE-D940-814D-75B3AE80F5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44C0E-60FE-554E-B446-8FC7FA553C40}" type="slidenum">
              <a:rPr lang="en-US" smtClean="0">
                <a:latin typeface="Poppins" pitchFamily="2" charset="77"/>
                <a:cs typeface="Poppins" pitchFamily="2" charset="77"/>
              </a:rPr>
              <a:t>‹#›</a:t>
            </a:fld>
            <a:endParaRPr lang="en-US"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368512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fld id="{BE072110-F8D0-154E-BEDF-E5762DEB8768}" type="datetimeFigureOut">
              <a:rPr lang="en-US" smtClean="0"/>
              <a:pPr/>
              <a:t>6/16/26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fld id="{E90EEE40-52B4-CA4C-9ED3-F79CB80638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563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Poppins" pitchFamily="2" charset="77"/>
        <a:ea typeface="+mn-ea"/>
        <a:cs typeface="Poppins" pitchFamily="2" charset="77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A90232-AF2A-7948-A539-A15E65BE6E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8291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EEE40-52B4-CA4C-9ED3-F79CB806389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244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EEE40-52B4-CA4C-9ED3-F79CB806389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7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To use this chart, right click and edit the data to keep the styling intact.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EEE40-52B4-CA4C-9ED3-F79CB806389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929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use this chart, right click and edit the data to keep the styling intact.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EEE40-52B4-CA4C-9ED3-F79CB806389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069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EEE40-52B4-CA4C-9ED3-F79CB806389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308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can recolor the icons by selecting the icon and changing the stroke color to another one in the palette.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EEE40-52B4-CA4C-9ED3-F79CB806389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860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141FB-F3F1-0272-ACA4-CC66BA2C9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3C0FD6-4EA3-5252-66DD-3EC750B0C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744305-1650-FD55-D095-52397B2C3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can recolor the icons by selecting the icon and changing the stroke color to another one in the palette.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85656-7C0C-5AE3-4A20-FC30B6272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EEE40-52B4-CA4C-9ED3-F79CB806389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894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- Dark gradient produc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F0E804-6787-C334-FFDE-2C65239F032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000">
                <a:schemeClr val="accent1"/>
              </a:gs>
              <a:gs pos="21000">
                <a:srgbClr val="011C48"/>
              </a:gs>
              <a:gs pos="64000">
                <a:schemeClr val="tx1"/>
              </a:gs>
              <a:gs pos="100000">
                <a:srgbClr val="66AAE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50BAFF4-7A70-3D0E-29A0-511A90BE82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7379" y="178857"/>
            <a:ext cx="3417243" cy="1213385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FE78C73F-552B-5A1B-BAE8-02AAE6A53B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05803" y="1416986"/>
            <a:ext cx="9780395" cy="1553824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B09E20E-531C-67AA-4BDE-958E9FEBA8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05802" y="3108186"/>
            <a:ext cx="9780395" cy="546248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914A9A3-8836-F5A2-01DF-E439D6ABFD3B}"/>
              </a:ext>
            </a:extLst>
          </p:cNvPr>
          <p:cNvSpPr/>
          <p:nvPr userDrawn="1"/>
        </p:nvSpPr>
        <p:spPr>
          <a:xfrm>
            <a:off x="1092200" y="3797300"/>
            <a:ext cx="9994900" cy="3239557"/>
          </a:xfrm>
          <a:prstGeom prst="roundRect">
            <a:avLst>
              <a:gd name="adj" fmla="val 5409"/>
            </a:avLst>
          </a:pr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889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31367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y in the Life of a CIS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F0E804-6787-C334-FFDE-2C65239F032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000">
                <a:schemeClr val="accent1"/>
              </a:gs>
              <a:gs pos="35000">
                <a:srgbClr val="011C48"/>
              </a:gs>
              <a:gs pos="64000">
                <a:schemeClr val="tx1"/>
              </a:gs>
              <a:gs pos="100000">
                <a:srgbClr val="66AAE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50BAFF4-7A70-3D0E-29A0-511A90BE82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7379" y="579229"/>
            <a:ext cx="3417243" cy="1213385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FE78C73F-552B-5A1B-BAE8-02AAE6A53B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66371" y="1909320"/>
            <a:ext cx="8059258" cy="2707826"/>
          </a:xfrm>
        </p:spPr>
        <p:txBody>
          <a:bodyPr anchor="ctr">
            <a:no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B09E20E-531C-67AA-4BDE-958E9FEBA8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23812" y="4948680"/>
            <a:ext cx="5144377" cy="1120815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AA8A26A-285A-863F-FF05-12AB38EFAC22}"/>
              </a:ext>
            </a:extLst>
          </p:cNvPr>
          <p:cNvSpPr/>
          <p:nvPr userDrawn="1"/>
        </p:nvSpPr>
        <p:spPr>
          <a:xfrm>
            <a:off x="-336176" y="4725364"/>
            <a:ext cx="3537940" cy="2361236"/>
          </a:xfrm>
          <a:prstGeom prst="roundRect">
            <a:avLst>
              <a:gd name="adj" fmla="val 9866"/>
            </a:avLst>
          </a:pr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"/>
            </a:stretch>
          </a:blipFill>
          <a:ln w="63500">
            <a:gradFill flip="none" rotWithShape="1">
              <a:gsLst>
                <a:gs pos="0">
                  <a:srgbClr val="011C48"/>
                </a:gs>
                <a:gs pos="42000">
                  <a:schemeClr val="tx1"/>
                </a:gs>
                <a:gs pos="100000">
                  <a:schemeClr val="accent2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C1C5BF-4292-0047-17A5-BC95D9A3C65A}"/>
              </a:ext>
            </a:extLst>
          </p:cNvPr>
          <p:cNvSpPr/>
          <p:nvPr userDrawn="1"/>
        </p:nvSpPr>
        <p:spPr>
          <a:xfrm>
            <a:off x="9560545" y="644833"/>
            <a:ext cx="2783855" cy="1865903"/>
          </a:xfrm>
          <a:prstGeom prst="roundRect">
            <a:avLst>
              <a:gd name="adj" fmla="val 9866"/>
            </a:avLst>
          </a:prstGeom>
          <a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63500">
            <a:gradFill flip="none" rotWithShape="1">
              <a:gsLst>
                <a:gs pos="0">
                  <a:srgbClr val="011C48"/>
                </a:gs>
                <a:gs pos="42000">
                  <a:schemeClr val="tx1"/>
                </a:gs>
                <a:gs pos="100000">
                  <a:schemeClr val="accent2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B357470-97DC-79F3-20FC-B23EDF24CD1F}"/>
              </a:ext>
            </a:extLst>
          </p:cNvPr>
          <p:cNvSpPr/>
          <p:nvPr userDrawn="1"/>
        </p:nvSpPr>
        <p:spPr>
          <a:xfrm>
            <a:off x="503582" y="777709"/>
            <a:ext cx="2131071" cy="1357089"/>
          </a:xfrm>
          <a:prstGeom prst="roundRect">
            <a:avLst>
              <a:gd name="adj" fmla="val 9866"/>
            </a:avLst>
          </a:prstGeom>
          <a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63500">
            <a:gradFill flip="none" rotWithShape="1">
              <a:gsLst>
                <a:gs pos="0">
                  <a:srgbClr val="011C48"/>
                </a:gs>
                <a:gs pos="42000">
                  <a:schemeClr val="tx1"/>
                </a:gs>
                <a:gs pos="100000">
                  <a:schemeClr val="accent2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EA97C14-DA5E-E99A-899D-B5FF61BCC02C}"/>
              </a:ext>
            </a:extLst>
          </p:cNvPr>
          <p:cNvSpPr/>
          <p:nvPr userDrawn="1"/>
        </p:nvSpPr>
        <p:spPr>
          <a:xfrm>
            <a:off x="9670726" y="4988134"/>
            <a:ext cx="2131071" cy="1357089"/>
          </a:xfrm>
          <a:prstGeom prst="roundRect">
            <a:avLst>
              <a:gd name="adj" fmla="val 9866"/>
            </a:avLst>
          </a:prstGeom>
          <a:blipFill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63500">
            <a:gradFill flip="none" rotWithShape="1">
              <a:gsLst>
                <a:gs pos="0">
                  <a:srgbClr val="011C48"/>
                </a:gs>
                <a:gs pos="42000">
                  <a:schemeClr val="tx1"/>
                </a:gs>
                <a:gs pos="100000">
                  <a:schemeClr val="accent2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28134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-Motion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purple lights&#10;&#10;AI-generated content may be incorrect.">
            <a:extLst>
              <a:ext uri="{FF2B5EF4-FFF2-40B4-BE49-F238E27FC236}">
                <a16:creationId xmlns:a16="http://schemas.microsoft.com/office/drawing/2014/main" id="{B956D127-1A24-7231-CC99-9FF57843C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192" y="-1"/>
            <a:ext cx="12204192" cy="6858001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9272BA5-0C74-F797-06C4-15F614A79CF9}"/>
              </a:ext>
            </a:extLst>
          </p:cNvPr>
          <p:cNvSpPr/>
          <p:nvPr userDrawn="1"/>
        </p:nvSpPr>
        <p:spPr>
          <a:xfrm>
            <a:off x="1012768" y="716281"/>
            <a:ext cx="10166464" cy="5425439"/>
          </a:xfrm>
          <a:prstGeom prst="roundRect">
            <a:avLst>
              <a:gd name="adj" fmla="val 7512"/>
            </a:avLst>
          </a:prstGeom>
          <a:gradFill flip="none" rotWithShape="1">
            <a:gsLst>
              <a:gs pos="77000">
                <a:schemeClr val="accent3">
                  <a:lumMod val="50000"/>
                </a:schemeClr>
              </a:gs>
              <a:gs pos="52000">
                <a:srgbClr val="000000"/>
              </a:gs>
              <a:gs pos="91000">
                <a:schemeClr val="accent3"/>
              </a:gs>
              <a:gs pos="100000">
                <a:srgbClr val="FF00FF"/>
              </a:gs>
            </a:gsLst>
            <a:lin ang="8100000" scaled="1"/>
            <a:tileRect/>
          </a:gradFill>
          <a:ln w="25400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 fontAlgn="base"/>
            <a:endParaRPr lang="en-US" sz="480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B1C2857-2C92-ACCA-9BBF-96D066839F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7379" y="771425"/>
            <a:ext cx="3417243" cy="121338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457D7FF-BC93-6043-BCA7-E61AE511315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19943" y="2033438"/>
            <a:ext cx="8752114" cy="2415208"/>
          </a:xfrm>
        </p:spPr>
        <p:txBody>
          <a:bodyPr anchor="ctr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8752482B-50A0-FD10-497D-491C71D35E8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1476" y="4448646"/>
            <a:ext cx="5509049" cy="930413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1FD1D0FB-8602-CFEF-FEA7-D6954A79D7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1476" y="5379059"/>
            <a:ext cx="5509049" cy="4460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5811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-Identity Burs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several icons&#10;&#10;AI-generated content may be incorrect.">
            <a:extLst>
              <a:ext uri="{FF2B5EF4-FFF2-40B4-BE49-F238E27FC236}">
                <a16:creationId xmlns:a16="http://schemas.microsoft.com/office/drawing/2014/main" id="{7C6BA061-2893-9C11-73E4-B1D2C84881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B1C2857-2C92-ACCA-9BBF-96D066839F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7379" y="771425"/>
            <a:ext cx="3417243" cy="121338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457D7FF-BC93-6043-BCA7-E61AE511315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19943" y="2033438"/>
            <a:ext cx="8752114" cy="2415208"/>
          </a:xfrm>
        </p:spPr>
        <p:txBody>
          <a:bodyPr anchor="ctr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8752482B-50A0-FD10-497D-491C71D35E8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1476" y="4448646"/>
            <a:ext cx="5509049" cy="930413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1FD1D0FB-8602-CFEF-FEA7-D6954A79D7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1476" y="5379059"/>
            <a:ext cx="5509049" cy="4460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466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 gradient product produc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ue and pink light&#10;&#10;AI-generated content may be incorrect.">
            <a:extLst>
              <a:ext uri="{FF2B5EF4-FFF2-40B4-BE49-F238E27FC236}">
                <a16:creationId xmlns:a16="http://schemas.microsoft.com/office/drawing/2014/main" id="{D74C88E8-EF29-0AF8-E1CD-B286F37646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03616B-A91C-0F74-80E4-609681EC908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386" y="3876996"/>
            <a:ext cx="11797228" cy="308164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50BAFF4-7A70-3D0E-29A0-511A90BE82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7379" y="178857"/>
            <a:ext cx="3417243" cy="1213385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FE78C73F-552B-5A1B-BAE8-02AAE6A53B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05803" y="1416986"/>
            <a:ext cx="9780395" cy="1553824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B09E20E-531C-67AA-4BDE-958E9FEBA8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05802" y="3108186"/>
            <a:ext cx="9780395" cy="546248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40156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ngl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8DD6EB60-47F8-0678-6BC1-329727F6C7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511" y="4977142"/>
            <a:ext cx="3697268" cy="105156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9205764-3A1F-CEC5-904D-92F4B85A6963}"/>
              </a:ext>
            </a:extLst>
          </p:cNvPr>
          <p:cNvSpPr/>
          <p:nvPr userDrawn="1"/>
        </p:nvSpPr>
        <p:spPr>
          <a:xfrm>
            <a:off x="5130954" y="-2689"/>
            <a:ext cx="7490898" cy="6871961"/>
          </a:xfrm>
          <a:custGeom>
            <a:avLst/>
            <a:gdLst>
              <a:gd name="csX0" fmla="*/ 0 w 6046242"/>
              <a:gd name="csY0" fmla="*/ 0 h 6857999"/>
              <a:gd name="csX1" fmla="*/ 6046242 w 6046242"/>
              <a:gd name="csY1" fmla="*/ 0 h 6857999"/>
              <a:gd name="csX2" fmla="*/ 6046242 w 6046242"/>
              <a:gd name="csY2" fmla="*/ 6857999 h 6857999"/>
              <a:gd name="csX3" fmla="*/ 0 w 6046242"/>
              <a:gd name="csY3" fmla="*/ 6857999 h 6857999"/>
              <a:gd name="csX4" fmla="*/ 0 w 6046242"/>
              <a:gd name="csY4" fmla="*/ 0 h 6857999"/>
              <a:gd name="csX0" fmla="*/ 641131 w 6687373"/>
              <a:gd name="csY0" fmla="*/ 0 h 6857999"/>
              <a:gd name="csX1" fmla="*/ 6687373 w 6687373"/>
              <a:gd name="csY1" fmla="*/ 0 h 6857999"/>
              <a:gd name="csX2" fmla="*/ 6687373 w 6687373"/>
              <a:gd name="csY2" fmla="*/ 6857999 h 6857999"/>
              <a:gd name="csX3" fmla="*/ 0 w 6687373"/>
              <a:gd name="csY3" fmla="*/ 6857999 h 6857999"/>
              <a:gd name="csX4" fmla="*/ 641131 w 6687373"/>
              <a:gd name="csY4" fmla="*/ 0 h 6857999"/>
              <a:gd name="csX0" fmla="*/ 1103586 w 6687373"/>
              <a:gd name="csY0" fmla="*/ 10510 h 6857999"/>
              <a:gd name="csX1" fmla="*/ 6687373 w 6687373"/>
              <a:gd name="csY1" fmla="*/ 0 h 6857999"/>
              <a:gd name="csX2" fmla="*/ 6687373 w 6687373"/>
              <a:gd name="csY2" fmla="*/ 6857999 h 6857999"/>
              <a:gd name="csX3" fmla="*/ 0 w 6687373"/>
              <a:gd name="csY3" fmla="*/ 6857999 h 6857999"/>
              <a:gd name="csX4" fmla="*/ 1103586 w 6687373"/>
              <a:gd name="csY4" fmla="*/ 10510 h 6857999"/>
              <a:gd name="csX0" fmla="*/ 1107011 w 6690798"/>
              <a:gd name="csY0" fmla="*/ 10510 h 6881972"/>
              <a:gd name="csX1" fmla="*/ 6690798 w 6690798"/>
              <a:gd name="csY1" fmla="*/ 0 h 6881972"/>
              <a:gd name="csX2" fmla="*/ 6690798 w 6690798"/>
              <a:gd name="csY2" fmla="*/ 6857999 h 6881972"/>
              <a:gd name="csX3" fmla="*/ 0 w 6690798"/>
              <a:gd name="csY3" fmla="*/ 6881972 h 6881972"/>
              <a:gd name="csX4" fmla="*/ 1107011 w 6690798"/>
              <a:gd name="csY4" fmla="*/ 10510 h 6881972"/>
              <a:gd name="csX0" fmla="*/ 1120710 w 6690798"/>
              <a:gd name="csY0" fmla="*/ 3661 h 6881972"/>
              <a:gd name="csX1" fmla="*/ 6690798 w 6690798"/>
              <a:gd name="csY1" fmla="*/ 0 h 6881972"/>
              <a:gd name="csX2" fmla="*/ 6690798 w 6690798"/>
              <a:gd name="csY2" fmla="*/ 6857999 h 6881972"/>
              <a:gd name="csX3" fmla="*/ 0 w 6690798"/>
              <a:gd name="csY3" fmla="*/ 6881972 h 6881972"/>
              <a:gd name="csX4" fmla="*/ 1120710 w 6690798"/>
              <a:gd name="csY4" fmla="*/ 3661 h 6881972"/>
              <a:gd name="csX0" fmla="*/ 1920810 w 7490898"/>
              <a:gd name="csY0" fmla="*/ 3661 h 6869272"/>
              <a:gd name="csX1" fmla="*/ 7490898 w 7490898"/>
              <a:gd name="csY1" fmla="*/ 0 h 6869272"/>
              <a:gd name="csX2" fmla="*/ 7490898 w 7490898"/>
              <a:gd name="csY2" fmla="*/ 6857999 h 6869272"/>
              <a:gd name="csX3" fmla="*/ 0 w 7490898"/>
              <a:gd name="csY3" fmla="*/ 6869272 h 6869272"/>
              <a:gd name="csX4" fmla="*/ 1920810 w 7490898"/>
              <a:gd name="csY4" fmla="*/ 3661 h 6869272"/>
              <a:gd name="csX0" fmla="*/ 1920810 w 7490898"/>
              <a:gd name="csY0" fmla="*/ 0 h 6871961"/>
              <a:gd name="csX1" fmla="*/ 7490898 w 7490898"/>
              <a:gd name="csY1" fmla="*/ 2689 h 6871961"/>
              <a:gd name="csX2" fmla="*/ 7490898 w 7490898"/>
              <a:gd name="csY2" fmla="*/ 6860688 h 6871961"/>
              <a:gd name="csX3" fmla="*/ 0 w 7490898"/>
              <a:gd name="csY3" fmla="*/ 6871961 h 6871961"/>
              <a:gd name="csX4" fmla="*/ 1920810 w 7490898"/>
              <a:gd name="csY4" fmla="*/ 0 h 68719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490898" h="6871961">
                <a:moveTo>
                  <a:pt x="1920810" y="0"/>
                </a:moveTo>
                <a:lnTo>
                  <a:pt x="7490898" y="2689"/>
                </a:lnTo>
                <a:lnTo>
                  <a:pt x="7490898" y="6860688"/>
                </a:lnTo>
                <a:lnTo>
                  <a:pt x="0" y="6871961"/>
                </a:lnTo>
                <a:lnTo>
                  <a:pt x="1920810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457D7FF-BC93-6043-BCA7-E61AE511315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4276" y="1101746"/>
            <a:ext cx="5178622" cy="2597803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076FE85-0F94-9E47-83DF-09522B2610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4276" y="3699549"/>
            <a:ext cx="4836424" cy="1076425"/>
          </a:xfrm>
        </p:spPr>
        <p:txBody>
          <a:bodyPr>
            <a:no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83202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black logo&#10;&#10;AI-generated content may be incorrect.">
            <a:extLst>
              <a:ext uri="{FF2B5EF4-FFF2-40B4-BE49-F238E27FC236}">
                <a16:creationId xmlns:a16="http://schemas.microsoft.com/office/drawing/2014/main" id="{571FA39B-8D65-0CC3-5B67-34B70A611F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47366" y="561337"/>
            <a:ext cx="3697268" cy="1051560"/>
          </a:xfrm>
          <a:prstGeom prst="rect">
            <a:avLst/>
          </a:prstGeom>
        </p:spPr>
      </p:pic>
      <p:pic>
        <p:nvPicPr>
          <p:cNvPr id="5" name="Picture 4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84BB5737-2DB2-CB55-1CCC-9DB931193D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84710" y="0"/>
            <a:ext cx="3716427" cy="325526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A02FE88-AE9C-7A7E-98DA-C5D493E14EA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3113" y="2142987"/>
            <a:ext cx="8565775" cy="1892300"/>
          </a:xfrm>
        </p:spPr>
        <p:txBody>
          <a:bodyPr anchor="t">
            <a:no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3EE769D-A9F0-05BE-9297-E26EDB2A2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3113" y="4035287"/>
            <a:ext cx="8565775" cy="930413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CFD08B0-EC41-6CF4-FAA2-C20CE1EB36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02224" y="5007831"/>
            <a:ext cx="7987552" cy="4460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4" name="Picture 13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1834A199-09DA-DCBE-37CE-3E2849ABEF7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0" y="3602736"/>
            <a:ext cx="3716427" cy="325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991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gradFill>
          <a:gsLst>
            <a:gs pos="82000">
              <a:schemeClr val="accent3"/>
            </a:gs>
            <a:gs pos="10000">
              <a:schemeClr val="accent1"/>
            </a:gs>
            <a:gs pos="35000">
              <a:srgbClr val="011C48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52AE5-2E8A-E14B-A350-C57A2FA18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2610946"/>
            <a:ext cx="3210257" cy="1636108"/>
          </a:xfrm>
        </p:spPr>
        <p:txBody>
          <a:bodyPr anchor="ctr"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9A960-FA53-924B-8B27-1DEA385F5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9D2152-1C30-894C-9781-951D3C9748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D84DF0D-C3C3-534A-BBC7-B8901EC615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0" y="6345555"/>
            <a:ext cx="387899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7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altLang="en-US" dirty="0">
                <a:ea typeface="ＭＳ Ｐゴシック" panose="020B0600070205080204" pitchFamily="34" charset="-128"/>
              </a:rPr>
              <a:t>© 2026 SailPoint Technologies, Inc. All rights reserved.</a:t>
            </a:r>
            <a:endParaRPr lang="en-US" altLang="en-US" dirty="0">
              <a:solidFill>
                <a:schemeClr val="bg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EBFBFE7-C81D-F046-BF1D-2210155BABAF}"/>
              </a:ext>
            </a:extLst>
          </p:cNvPr>
          <p:cNvSpPr/>
          <p:nvPr userDrawn="1"/>
        </p:nvSpPr>
        <p:spPr>
          <a:xfrm>
            <a:off x="4012443" y="791570"/>
            <a:ext cx="7347708" cy="5199797"/>
          </a:xfrm>
          <a:prstGeom prst="roundRect">
            <a:avLst>
              <a:gd name="adj" fmla="val 8593"/>
            </a:avLst>
          </a:prstGeom>
          <a:solidFill>
            <a:schemeClr val="bg1"/>
          </a:solidFill>
          <a:ln>
            <a:noFill/>
          </a:ln>
          <a:effectLst>
            <a:outerShdw blurRad="233933" dist="38100" dir="2700000" algn="tl" rotWithShape="0">
              <a:schemeClr val="accent6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053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Wider">
    <p:bg>
      <p:bgPr>
        <a:gradFill flip="none" rotWithShape="1">
          <a:gsLst>
            <a:gs pos="0">
              <a:schemeClr val="accent1"/>
            </a:gs>
            <a:gs pos="61000">
              <a:srgbClr val="011C48"/>
            </a:gs>
            <a:gs pos="92000">
              <a:schemeClr val="tx1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9930E60-A0DD-4066-596A-2F857B5DAD22}"/>
              </a:ext>
            </a:extLst>
          </p:cNvPr>
          <p:cNvSpPr/>
          <p:nvPr userDrawn="1"/>
        </p:nvSpPr>
        <p:spPr>
          <a:xfrm>
            <a:off x="612634" y="658369"/>
            <a:ext cx="10966732" cy="5281628"/>
          </a:xfrm>
          <a:prstGeom prst="roundRect">
            <a:avLst>
              <a:gd name="adj" fmla="val 6996"/>
            </a:avLst>
          </a:prstGeom>
          <a:solidFill>
            <a:schemeClr val="bg1"/>
          </a:solidFill>
          <a:ln>
            <a:noFill/>
          </a:ln>
          <a:effectLst>
            <a:outerShdw blurRad="233933" dist="38100" dir="2700000" algn="tl" rotWithShape="0">
              <a:schemeClr val="accent6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B9A171-73F0-3A47-BED5-25E52A1B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9D2152-1C30-894C-9781-951D3C9748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5344BA9-C1A8-4244-8785-02EA8B56B28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6400" y="6345555"/>
            <a:ext cx="387899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700">
                <a:solidFill>
                  <a:schemeClr val="tx2">
                    <a:lumMod val="40000"/>
                    <a:lumOff val="6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altLang="en-US" dirty="0">
                <a:ea typeface="ＭＳ Ｐゴシック" panose="020B0600070205080204" pitchFamily="34" charset="-128"/>
              </a:rPr>
              <a:t>© 2026 SailPoint Technologies, Inc. All rights reserved.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10EBD89-A495-0C49-9448-EC02AE7CB0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8098" y="1307762"/>
            <a:ext cx="5485657" cy="797753"/>
          </a:xfrm>
        </p:spPr>
        <p:txBody>
          <a:bodyPr>
            <a:noAutofit/>
          </a:bodyPr>
          <a:lstStyle>
            <a:lvl1pPr algn="l">
              <a:defRPr sz="4450">
                <a:solidFill>
                  <a:schemeClr val="tx1"/>
                </a:solidFill>
              </a:defRPr>
            </a:lvl1pPr>
          </a:lstStyle>
          <a:p>
            <a:r>
              <a:rPr lang="en-US"/>
              <a:t>Table of contents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E2F730DD-A154-9497-7C24-DD528520834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28623" y="2506178"/>
            <a:ext cx="471488" cy="458532"/>
          </a:xfrm>
        </p:spPr>
        <p:txBody>
          <a:bodyPr anchor="ctr">
            <a:noAutofit/>
          </a:bodyPr>
          <a:lstStyle>
            <a:lvl1pPr marL="0" indent="0" algn="ctr">
              <a:buNone/>
              <a:defRPr sz="2600" b="1" i="0">
                <a:solidFill>
                  <a:schemeClr val="accent3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" name="Text Placeholder 40">
            <a:extLst>
              <a:ext uri="{FF2B5EF4-FFF2-40B4-BE49-F238E27FC236}">
                <a16:creationId xmlns:a16="http://schemas.microsoft.com/office/drawing/2014/main" id="{F5DC9F54-D36B-EFC7-583F-E02C2CFD490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328623" y="3197046"/>
            <a:ext cx="471488" cy="458532"/>
          </a:xfrm>
        </p:spPr>
        <p:txBody>
          <a:bodyPr anchor="ctr">
            <a:noAutofit/>
          </a:bodyPr>
          <a:lstStyle>
            <a:lvl1pPr marL="0" indent="0" algn="ctr">
              <a:buNone/>
              <a:defRPr sz="2600" b="1" i="0">
                <a:solidFill>
                  <a:schemeClr val="accent3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5" name="Text Placeholder 40">
            <a:extLst>
              <a:ext uri="{FF2B5EF4-FFF2-40B4-BE49-F238E27FC236}">
                <a16:creationId xmlns:a16="http://schemas.microsoft.com/office/drawing/2014/main" id="{AECE798D-ED45-4DD9-E34F-0213C3AA972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28623" y="3914221"/>
            <a:ext cx="471488" cy="458532"/>
          </a:xfrm>
        </p:spPr>
        <p:txBody>
          <a:bodyPr anchor="ctr">
            <a:noAutofit/>
          </a:bodyPr>
          <a:lstStyle>
            <a:lvl1pPr marL="0" indent="0" algn="ctr">
              <a:buNone/>
              <a:defRPr sz="2600" b="1" i="0">
                <a:solidFill>
                  <a:schemeClr val="accent3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6" name="Text Placeholder 40">
            <a:extLst>
              <a:ext uri="{FF2B5EF4-FFF2-40B4-BE49-F238E27FC236}">
                <a16:creationId xmlns:a16="http://schemas.microsoft.com/office/drawing/2014/main" id="{667D5B32-F3C2-106E-1700-86B3050976B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328623" y="4607707"/>
            <a:ext cx="471488" cy="458532"/>
          </a:xfrm>
        </p:spPr>
        <p:txBody>
          <a:bodyPr anchor="ctr">
            <a:noAutofit/>
          </a:bodyPr>
          <a:lstStyle>
            <a:lvl1pPr marL="0" indent="0" algn="ctr">
              <a:buNone/>
              <a:defRPr sz="2600" b="1" i="0">
                <a:solidFill>
                  <a:schemeClr val="accent3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9858B8B-1FF2-FC82-A26B-1D03E0544D9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799587" y="2502463"/>
            <a:ext cx="4064008" cy="465963"/>
          </a:xfrm>
        </p:spPr>
        <p:txBody>
          <a:bodyPr anchor="ctr">
            <a:no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AF256D92-2794-B565-7975-56DC919D562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799587" y="3193331"/>
            <a:ext cx="4064008" cy="465963"/>
          </a:xfrm>
        </p:spPr>
        <p:txBody>
          <a:bodyPr anchor="ctr">
            <a:no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US"/>
              <a:t>Insert text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862EDCDB-6D05-5035-F0A8-E917BFDC85C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799587" y="3910506"/>
            <a:ext cx="4064008" cy="465963"/>
          </a:xfrm>
        </p:spPr>
        <p:txBody>
          <a:bodyPr anchor="ctr">
            <a:no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US"/>
              <a:t>Insert text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0FC41376-BF03-4773-FBF0-59D265C3A61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799587" y="4603992"/>
            <a:ext cx="4064008" cy="465963"/>
          </a:xfrm>
        </p:spPr>
        <p:txBody>
          <a:bodyPr anchor="ctr">
            <a:no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US"/>
              <a:t>Insert text</a:t>
            </a:r>
          </a:p>
        </p:txBody>
      </p:sp>
      <p:sp>
        <p:nvSpPr>
          <p:cNvPr id="54" name="Text Placeholder 40">
            <a:extLst>
              <a:ext uri="{FF2B5EF4-FFF2-40B4-BE49-F238E27FC236}">
                <a16:creationId xmlns:a16="http://schemas.microsoft.com/office/drawing/2014/main" id="{4304EEAB-A14F-8852-7CFB-45CEBE24165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287268" y="2506178"/>
            <a:ext cx="471488" cy="458532"/>
          </a:xfrm>
        </p:spPr>
        <p:txBody>
          <a:bodyPr anchor="ctr">
            <a:noAutofit/>
          </a:bodyPr>
          <a:lstStyle>
            <a:lvl1pPr marL="0" indent="0" algn="ctr">
              <a:buNone/>
              <a:defRPr sz="2600" b="1" i="0">
                <a:solidFill>
                  <a:schemeClr val="accent3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5" name="Text Placeholder 40">
            <a:extLst>
              <a:ext uri="{FF2B5EF4-FFF2-40B4-BE49-F238E27FC236}">
                <a16:creationId xmlns:a16="http://schemas.microsoft.com/office/drawing/2014/main" id="{FD44D5EA-E422-9A8B-E5D7-8C2E9BA12B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287268" y="3197046"/>
            <a:ext cx="471488" cy="458532"/>
          </a:xfrm>
        </p:spPr>
        <p:txBody>
          <a:bodyPr anchor="ctr">
            <a:noAutofit/>
          </a:bodyPr>
          <a:lstStyle>
            <a:lvl1pPr marL="0" indent="0" algn="ctr">
              <a:buNone/>
              <a:defRPr sz="2600" b="1" i="0">
                <a:solidFill>
                  <a:schemeClr val="accent3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56" name="Text Placeholder 40">
            <a:extLst>
              <a:ext uri="{FF2B5EF4-FFF2-40B4-BE49-F238E27FC236}">
                <a16:creationId xmlns:a16="http://schemas.microsoft.com/office/drawing/2014/main" id="{7A88D76B-A1CC-E4D5-075F-F8FEB73231B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87268" y="3914221"/>
            <a:ext cx="471488" cy="458532"/>
          </a:xfrm>
        </p:spPr>
        <p:txBody>
          <a:bodyPr anchor="ctr">
            <a:noAutofit/>
          </a:bodyPr>
          <a:lstStyle>
            <a:lvl1pPr marL="0" indent="0" algn="ctr">
              <a:buNone/>
              <a:defRPr sz="2600" b="1" i="0">
                <a:solidFill>
                  <a:schemeClr val="accent3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57" name="Text Placeholder 40">
            <a:extLst>
              <a:ext uri="{FF2B5EF4-FFF2-40B4-BE49-F238E27FC236}">
                <a16:creationId xmlns:a16="http://schemas.microsoft.com/office/drawing/2014/main" id="{43BC9526-0748-29A9-0740-DD6A6BA8C8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87268" y="4607707"/>
            <a:ext cx="471488" cy="458532"/>
          </a:xfrm>
        </p:spPr>
        <p:txBody>
          <a:bodyPr anchor="ctr">
            <a:noAutofit/>
          </a:bodyPr>
          <a:lstStyle>
            <a:lvl1pPr marL="0" indent="0" algn="ctr">
              <a:buNone/>
              <a:defRPr sz="2600" b="1" i="0">
                <a:solidFill>
                  <a:schemeClr val="accent3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F911DABB-E36F-8FE7-801D-92E1F11850A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758232" y="2502463"/>
            <a:ext cx="4064008" cy="465963"/>
          </a:xfrm>
        </p:spPr>
        <p:txBody>
          <a:bodyPr anchor="ctr">
            <a:no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59" name="Text Placeholder 16">
            <a:extLst>
              <a:ext uri="{FF2B5EF4-FFF2-40B4-BE49-F238E27FC236}">
                <a16:creationId xmlns:a16="http://schemas.microsoft.com/office/drawing/2014/main" id="{A37EFB79-0CFC-2F53-06AC-3A477A4EF10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758232" y="3193331"/>
            <a:ext cx="4064008" cy="465963"/>
          </a:xfrm>
        </p:spPr>
        <p:txBody>
          <a:bodyPr anchor="ctr">
            <a:no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US"/>
              <a:t>Insert text</a:t>
            </a:r>
          </a:p>
        </p:txBody>
      </p:sp>
      <p:sp>
        <p:nvSpPr>
          <p:cNvPr id="60" name="Text Placeholder 16">
            <a:extLst>
              <a:ext uri="{FF2B5EF4-FFF2-40B4-BE49-F238E27FC236}">
                <a16:creationId xmlns:a16="http://schemas.microsoft.com/office/drawing/2014/main" id="{DD5D3BBB-D3A9-3EBE-BD07-7411578A04F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758232" y="3910506"/>
            <a:ext cx="4064008" cy="465963"/>
          </a:xfrm>
        </p:spPr>
        <p:txBody>
          <a:bodyPr anchor="ctr">
            <a:no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US"/>
              <a:t>Insert text</a:t>
            </a:r>
          </a:p>
        </p:txBody>
      </p:sp>
      <p:sp>
        <p:nvSpPr>
          <p:cNvPr id="61" name="Text Placeholder 16">
            <a:extLst>
              <a:ext uri="{FF2B5EF4-FFF2-40B4-BE49-F238E27FC236}">
                <a16:creationId xmlns:a16="http://schemas.microsoft.com/office/drawing/2014/main" id="{B97A3D0C-CC46-D550-07CE-983A9365123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758232" y="4603992"/>
            <a:ext cx="4064008" cy="465963"/>
          </a:xfrm>
        </p:spPr>
        <p:txBody>
          <a:bodyPr anchor="ctr">
            <a:no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US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779747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C3BAE-D05F-1A49-8B85-D379B1E39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E4FA5-A75E-BB45-8976-E756865ED3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400" y="1613949"/>
            <a:ext cx="11430000" cy="428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2947C-C848-734C-B88F-459D6B95B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1037887-B903-B04E-A6F3-86B826237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0" y="6345555"/>
            <a:ext cx="387899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700">
                <a:solidFill>
                  <a:schemeClr val="tx2">
                    <a:lumMod val="40000"/>
                    <a:lumOff val="6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altLang="en-US" dirty="0">
                <a:ea typeface="ＭＳ Ｐゴシック" panose="020B0600070205080204" pitchFamily="34" charset="-128"/>
              </a:rPr>
              <a:t>© 2026 SailPoint Technologies,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54768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EF4DC-8A0C-9A49-8FC7-D55AB97506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22E09-30B4-8A42-AB39-5E952EF93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D2152-1C30-894C-9781-951D3C9748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8C5BB9F-B32B-5341-9D04-F9019576450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6400" y="6345555"/>
            <a:ext cx="387899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700">
                <a:solidFill>
                  <a:schemeClr val="tx2">
                    <a:lumMod val="40000"/>
                    <a:lumOff val="6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altLang="en-US" dirty="0">
                <a:ea typeface="ＭＳ Ｐゴシック" panose="020B0600070205080204" pitchFamily="34" charset="-128"/>
              </a:rPr>
              <a:t>© 2026 SailPoint Technologies,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13842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 mode">
    <p:bg>
      <p:bgPr>
        <a:gradFill>
          <a:gsLst>
            <a:gs pos="98000">
              <a:srgbClr val="66AAE2"/>
            </a:gs>
            <a:gs pos="77000">
              <a:schemeClr val="accent2"/>
            </a:gs>
            <a:gs pos="10000">
              <a:schemeClr val="accent1"/>
            </a:gs>
            <a:gs pos="31000">
              <a:srgbClr val="011C48"/>
            </a:gs>
            <a:gs pos="52000">
              <a:schemeClr val="tx1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B925D-725D-9D40-A690-BA2FCB38A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9716B-DC23-884E-AECE-26BBB5EBE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9D2152-1C30-894C-9781-951D3C9748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90B0DA2-E7B0-644B-9A47-82FE4334E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0" y="6345555"/>
            <a:ext cx="387899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700">
                <a:solidFill>
                  <a:schemeClr val="tx2">
                    <a:lumMod val="40000"/>
                    <a:lumOff val="6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altLang="en-US" dirty="0">
                <a:latin typeface="Poppins"/>
                <a:ea typeface="ＭＳ Ｐゴシック"/>
                <a:cs typeface="Poppins"/>
              </a:rPr>
              <a:t>© 2026 SailPoint Technologies, Inc. All rights reserved.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DFF1A-25A5-DE6D-5E57-C3E3DE1C69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400" y="1613949"/>
            <a:ext cx="11430000" cy="428053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0685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-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2947C-C848-734C-B88F-459D6B95B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1037887-B903-B04E-A6F3-86B826237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0" y="6345555"/>
            <a:ext cx="387899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700">
                <a:solidFill>
                  <a:schemeClr val="tx2">
                    <a:lumMod val="40000"/>
                    <a:lumOff val="6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altLang="en-US" dirty="0">
                <a:ea typeface="ＭＳ Ｐゴシック" panose="020B0600070205080204" pitchFamily="34" charset="-128"/>
              </a:rPr>
              <a:t>© 2026 SailPoint Technologies, Inc. All rights reserved.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4C4FA0-43FB-E966-45D6-801782DE9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710152"/>
            <a:ext cx="11430000" cy="797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8197EAA-CC9F-E896-01E3-0EF0F2B0B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711626"/>
            <a:ext cx="11430000" cy="4436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E0FE93-7EF2-0A69-AD43-F13CE3C8B442}"/>
              </a:ext>
            </a:extLst>
          </p:cNvPr>
          <p:cNvSpPr/>
          <p:nvPr userDrawn="1"/>
        </p:nvSpPr>
        <p:spPr>
          <a:xfrm>
            <a:off x="-3176" y="-6286"/>
            <a:ext cx="12195175" cy="716438"/>
          </a:xfrm>
          <a:custGeom>
            <a:avLst/>
            <a:gdLst>
              <a:gd name="csX0" fmla="*/ 0 w 12192000"/>
              <a:gd name="csY0" fmla="*/ 0 h 716438"/>
              <a:gd name="csX1" fmla="*/ 12192000 w 12192000"/>
              <a:gd name="csY1" fmla="*/ 0 h 716438"/>
              <a:gd name="csX2" fmla="*/ 12192000 w 12192000"/>
              <a:gd name="csY2" fmla="*/ 716438 h 716438"/>
              <a:gd name="csX3" fmla="*/ 0 w 12192000"/>
              <a:gd name="csY3" fmla="*/ 716438 h 716438"/>
              <a:gd name="csX4" fmla="*/ 0 w 12192000"/>
              <a:gd name="csY4" fmla="*/ 0 h 716438"/>
              <a:gd name="csX0" fmla="*/ 0 w 12192000"/>
              <a:gd name="csY0" fmla="*/ 0 h 716438"/>
              <a:gd name="csX1" fmla="*/ 12192000 w 12192000"/>
              <a:gd name="csY1" fmla="*/ 0 h 716438"/>
              <a:gd name="csX2" fmla="*/ 12192000 w 12192000"/>
              <a:gd name="csY2" fmla="*/ 716438 h 716438"/>
              <a:gd name="csX3" fmla="*/ 12700 w 12192000"/>
              <a:gd name="csY3" fmla="*/ 30638 h 716438"/>
              <a:gd name="csX4" fmla="*/ 0 w 12192000"/>
              <a:gd name="csY4" fmla="*/ 0 h 716438"/>
              <a:gd name="csX0" fmla="*/ 0 w 12192000"/>
              <a:gd name="csY0" fmla="*/ 0 h 716438"/>
              <a:gd name="csX1" fmla="*/ 12192000 w 12192000"/>
              <a:gd name="csY1" fmla="*/ 0 h 716438"/>
              <a:gd name="csX2" fmla="*/ 12192000 w 12192000"/>
              <a:gd name="csY2" fmla="*/ 716438 h 716438"/>
              <a:gd name="csX3" fmla="*/ 6350 w 12192000"/>
              <a:gd name="csY3" fmla="*/ 36988 h 716438"/>
              <a:gd name="csX4" fmla="*/ 0 w 12192000"/>
              <a:gd name="csY4" fmla="*/ 0 h 716438"/>
              <a:gd name="csX0" fmla="*/ 3175 w 12195175"/>
              <a:gd name="csY0" fmla="*/ 0 h 716438"/>
              <a:gd name="csX1" fmla="*/ 12195175 w 12195175"/>
              <a:gd name="csY1" fmla="*/ 0 h 716438"/>
              <a:gd name="csX2" fmla="*/ 12195175 w 12195175"/>
              <a:gd name="csY2" fmla="*/ 716438 h 716438"/>
              <a:gd name="csX3" fmla="*/ 0 w 12195175"/>
              <a:gd name="csY3" fmla="*/ 40163 h 716438"/>
              <a:gd name="csX4" fmla="*/ 3175 w 12195175"/>
              <a:gd name="csY4" fmla="*/ 0 h 7164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95175" h="716438">
                <a:moveTo>
                  <a:pt x="3175" y="0"/>
                </a:moveTo>
                <a:lnTo>
                  <a:pt x="12195175" y="0"/>
                </a:lnTo>
                <a:lnTo>
                  <a:pt x="12195175" y="716438"/>
                </a:lnTo>
                <a:lnTo>
                  <a:pt x="0" y="40163"/>
                </a:lnTo>
                <a:lnTo>
                  <a:pt x="3175" y="0"/>
                </a:lnTo>
                <a:close/>
              </a:path>
            </a:pathLst>
          </a:custGeom>
          <a:gradFill>
            <a:gsLst>
              <a:gs pos="6000">
                <a:schemeClr val="accent1"/>
              </a:gs>
              <a:gs pos="36000">
                <a:srgbClr val="011C48"/>
              </a:gs>
              <a:gs pos="88000">
                <a:schemeClr val="accent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63171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0CC1E-B4BC-6F40-8A77-F948E2F753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0173" y="1681163"/>
            <a:ext cx="5157787" cy="823912"/>
          </a:xfrm>
        </p:spPr>
        <p:txBody>
          <a:bodyPr anchor="b"/>
          <a:lstStyle>
            <a:lvl1pPr marL="0" indent="0" algn="ctr">
              <a:buNone/>
              <a:defRPr sz="24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4A977-4331-DF4D-9551-A66B9AA4653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70173" y="2505075"/>
            <a:ext cx="5157787" cy="3213337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AB22AB-6949-F848-A6EB-5D8A98590FF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438639" y="1681163"/>
            <a:ext cx="5183188" cy="823912"/>
          </a:xfrm>
        </p:spPr>
        <p:txBody>
          <a:bodyPr anchor="b"/>
          <a:lstStyle>
            <a:lvl1pPr marL="0" indent="0" algn="ctr">
              <a:buNone/>
              <a:defRPr sz="24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62064A-82A7-494B-A926-194686D8D37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438639" y="2505075"/>
            <a:ext cx="5183188" cy="3213337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B9A171-73F0-3A47-BED5-25E52A1B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5344BA9-C1A8-4244-8785-02EA8B56B28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6400" y="6345555"/>
            <a:ext cx="387899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700">
                <a:solidFill>
                  <a:schemeClr val="tx2">
                    <a:lumMod val="40000"/>
                    <a:lumOff val="6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altLang="en-US" dirty="0">
                <a:ea typeface="ＭＳ Ｐゴシック" panose="020B0600070205080204" pitchFamily="34" charset="-128"/>
              </a:rPr>
              <a:t>© 2026 SailPoint Technologies, Inc. All rights reserved.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10EBD89-A495-0C49-9448-EC02AE7CB0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365125"/>
            <a:ext cx="11430000" cy="79775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3467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0CC1E-B4BC-6F40-8A77-F948E2F753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9104" y="1831288"/>
            <a:ext cx="3715224" cy="823912"/>
          </a:xfrm>
        </p:spPr>
        <p:txBody>
          <a:bodyPr anchor="b">
            <a:normAutofit/>
          </a:bodyPr>
          <a:lstStyle>
            <a:lvl1pPr marL="0" indent="0" algn="ctr">
              <a:buNone/>
              <a:defRPr sz="22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4A977-4331-DF4D-9551-A66B9AA4653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79104" y="2906973"/>
            <a:ext cx="3715224" cy="2961564"/>
          </a:xfrm>
        </p:spPr>
        <p:txBody>
          <a:bodyPr>
            <a:normAutofit/>
          </a:bodyPr>
          <a:lstStyle>
            <a:lvl1pPr marL="0" indent="0" algn="ctr">
              <a:spcAft>
                <a:spcPts val="300"/>
              </a:spcAft>
              <a:buNone/>
              <a:defRPr sz="1650"/>
            </a:lvl1pPr>
            <a:lvl2pPr marL="457200" indent="0" algn="ctr">
              <a:spcAft>
                <a:spcPts val="300"/>
              </a:spcAft>
              <a:buNone/>
              <a:defRPr sz="1600"/>
            </a:lvl2pPr>
            <a:lvl3pPr marL="914400" indent="0" algn="ctr">
              <a:spcAft>
                <a:spcPts val="300"/>
              </a:spcAft>
              <a:buNone/>
              <a:defRPr sz="1400"/>
            </a:lvl3pPr>
            <a:lvl4pPr marL="1371600" indent="0" algn="ctr">
              <a:spcAft>
                <a:spcPts val="300"/>
              </a:spcAft>
              <a:buNone/>
              <a:defRPr sz="1200"/>
            </a:lvl4pPr>
            <a:lvl5pPr marL="1828800" indent="0" algn="ctr">
              <a:spcAft>
                <a:spcPts val="300"/>
              </a:spcAft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B9A171-73F0-3A47-BED5-25E52A1B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5344BA9-C1A8-4244-8785-02EA8B56B28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6400" y="6345555"/>
            <a:ext cx="387899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700">
                <a:solidFill>
                  <a:schemeClr val="tx2">
                    <a:lumMod val="40000"/>
                    <a:lumOff val="6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altLang="en-US" dirty="0">
                <a:ea typeface="ＭＳ Ｐゴシック" panose="020B0600070205080204" pitchFamily="34" charset="-128"/>
              </a:rPr>
              <a:t>© 2026 SailPoint Technologies, Inc. All rights reserved.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10EBD89-A495-0C49-9448-EC02AE7CB0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65125"/>
            <a:ext cx="11430000" cy="79775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8DD7127-3FBC-0941-987E-D6515D5BAC5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238388" y="1831288"/>
            <a:ext cx="3715224" cy="823912"/>
          </a:xfrm>
        </p:spPr>
        <p:txBody>
          <a:bodyPr anchor="b">
            <a:normAutofit/>
          </a:bodyPr>
          <a:lstStyle>
            <a:lvl1pPr marL="0" indent="0" algn="ctr">
              <a:buNone/>
              <a:defRPr sz="2200" b="0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45288EC-BAFB-6A43-BB36-54D9CB8BEF4E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238388" y="2906973"/>
            <a:ext cx="3715224" cy="2961564"/>
          </a:xfrm>
        </p:spPr>
        <p:txBody>
          <a:bodyPr>
            <a:normAutofit/>
          </a:bodyPr>
          <a:lstStyle>
            <a:lvl1pPr marL="0" indent="0" algn="ctr">
              <a:spcAft>
                <a:spcPts val="300"/>
              </a:spcAft>
              <a:buNone/>
              <a:defRPr sz="1800"/>
            </a:lvl1pPr>
            <a:lvl2pPr marL="0" indent="0" algn="ctr">
              <a:spcAft>
                <a:spcPts val="300"/>
              </a:spcAft>
              <a:buNone/>
              <a:defRPr sz="1600"/>
            </a:lvl2pPr>
            <a:lvl3pPr marL="0" indent="0" algn="ctr">
              <a:spcAft>
                <a:spcPts val="300"/>
              </a:spcAft>
              <a:buNone/>
              <a:defRPr sz="1400"/>
            </a:lvl3pPr>
            <a:lvl4pPr marL="0" indent="0" algn="ctr">
              <a:spcAft>
                <a:spcPts val="300"/>
              </a:spcAft>
              <a:buNone/>
              <a:defRPr sz="1200"/>
            </a:lvl4pPr>
            <a:lvl5pPr marL="0" indent="0" algn="ctr">
              <a:spcAft>
                <a:spcPts val="300"/>
              </a:spcAft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3B7D636-D969-2F4C-9CED-F548C5C74F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93879" y="1831288"/>
            <a:ext cx="3715224" cy="823912"/>
          </a:xfrm>
        </p:spPr>
        <p:txBody>
          <a:bodyPr anchor="b">
            <a:normAutofit/>
          </a:bodyPr>
          <a:lstStyle>
            <a:lvl1pPr marL="0" indent="0" algn="ctr">
              <a:buNone/>
              <a:defRPr sz="2200" b="0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7086B62-F2A1-8E46-879C-0BA223ED573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093879" y="2906973"/>
            <a:ext cx="3715224" cy="2961564"/>
          </a:xfrm>
        </p:spPr>
        <p:txBody>
          <a:bodyPr>
            <a:normAutofit/>
          </a:bodyPr>
          <a:lstStyle>
            <a:lvl1pPr marL="0" indent="0" algn="ctr">
              <a:spcAft>
                <a:spcPts val="300"/>
              </a:spcAft>
              <a:buNone/>
              <a:defRPr sz="1800"/>
            </a:lvl1pPr>
            <a:lvl2pPr marL="457200" indent="0" algn="ctr">
              <a:spcAft>
                <a:spcPts val="300"/>
              </a:spcAft>
              <a:buNone/>
              <a:defRPr sz="1600"/>
            </a:lvl2pPr>
            <a:lvl3pPr marL="914400" indent="0" algn="ctr">
              <a:spcAft>
                <a:spcPts val="300"/>
              </a:spcAft>
              <a:buNone/>
              <a:defRPr sz="1400"/>
            </a:lvl3pPr>
            <a:lvl4pPr marL="1371600" indent="0" algn="ctr">
              <a:spcAft>
                <a:spcPts val="300"/>
              </a:spcAft>
              <a:buNone/>
              <a:defRPr sz="1200"/>
            </a:lvl4pPr>
            <a:lvl5pPr marL="1828800" indent="0" algn="ctr">
              <a:spcAft>
                <a:spcPts val="300"/>
              </a:spcAft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07185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-Core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ED6B0F1-CA27-3F56-8B37-821374F6452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6024563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2F3F7D-01DE-75AF-11E6-D1868FF6CEBD}"/>
              </a:ext>
            </a:extLst>
          </p:cNvPr>
          <p:cNvSpPr txBox="1"/>
          <p:nvPr userDrawn="1"/>
        </p:nvSpPr>
        <p:spPr>
          <a:xfrm>
            <a:off x="6782900" y="401775"/>
            <a:ext cx="381872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”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1DA8014E-4C23-2B64-5A37-7C8BD1F9A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1038" y="6345555"/>
            <a:ext cx="795361" cy="228600"/>
          </a:xfrm>
        </p:spPr>
        <p:txBody>
          <a:bodyPr/>
          <a:lstStyle/>
          <a:p>
            <a:fld id="{679D2152-1C30-894C-9781-951D3C9748D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5CF58-335A-15C3-9175-A58B2F58FD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73513" y="1572899"/>
            <a:ext cx="4678362" cy="2764926"/>
          </a:xfrm>
        </p:spPr>
        <p:txBody>
          <a:bodyPr>
            <a:normAutofit/>
          </a:bodyPr>
          <a:lstStyle>
            <a:lvl1pPr marL="0" indent="0">
              <a:buNone/>
              <a:defRPr sz="26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Ut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, </a:t>
            </a:r>
            <a:r>
              <a:rPr lang="en-US" err="1"/>
              <a:t>blandit</a:t>
            </a:r>
            <a:r>
              <a:rPr lang="en-US"/>
              <a:t> ac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,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faucibus</a:t>
            </a:r>
            <a:r>
              <a:rPr lang="en-US"/>
              <a:t> diam. Vestibulum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diam.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08B8BBC-3FD6-87E4-BA35-E3DD7D87A89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044225" y="4698828"/>
            <a:ext cx="4507649" cy="762616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br>
              <a:rPr lang="en-US"/>
            </a:br>
            <a:r>
              <a:rPr lang="en-US"/>
              <a:t>Director of Identity Security</a:t>
            </a:r>
            <a:br>
              <a:rPr lang="en-US"/>
            </a:br>
            <a:r>
              <a:rPr lang="en-US"/>
              <a:t>Company Name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579A5D-129F-FC4F-83A8-089CFF0987E3}"/>
              </a:ext>
            </a:extLst>
          </p:cNvPr>
          <p:cNvSpPr/>
          <p:nvPr userDrawn="1"/>
        </p:nvSpPr>
        <p:spPr>
          <a:xfrm>
            <a:off x="6873513" y="4684540"/>
            <a:ext cx="45719" cy="7626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57E48AF-7883-26E4-9711-982B31C4B3F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6400" y="6345555"/>
            <a:ext cx="387899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7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altLang="en-US" dirty="0">
                <a:ea typeface="ＭＳ Ｐゴシック" panose="020B0600070205080204" pitchFamily="34" charset="-128"/>
              </a:rPr>
              <a:t>© 2026 SailPoint Technologies,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710073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Aqua background">
    <p:bg>
      <p:bgPr>
        <a:gradFill flip="none" rotWithShape="1">
          <a:gsLst>
            <a:gs pos="0">
              <a:schemeClr val="accent1"/>
            </a:gs>
            <a:gs pos="73000">
              <a:srgbClr val="011C48"/>
            </a:gs>
            <a:gs pos="99000">
              <a:schemeClr val="tx1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7187343-C4F6-3858-7DA7-8663BDCC49E4}"/>
              </a:ext>
            </a:extLst>
          </p:cNvPr>
          <p:cNvSpPr/>
          <p:nvPr userDrawn="1"/>
        </p:nvSpPr>
        <p:spPr>
          <a:xfrm>
            <a:off x="612634" y="658369"/>
            <a:ext cx="10966732" cy="5281628"/>
          </a:xfrm>
          <a:prstGeom prst="roundRect">
            <a:avLst>
              <a:gd name="adj" fmla="val 6996"/>
            </a:avLst>
          </a:prstGeom>
          <a:solidFill>
            <a:schemeClr val="bg1"/>
          </a:solidFill>
          <a:ln>
            <a:noFill/>
          </a:ln>
          <a:effectLst>
            <a:outerShdw blurRad="233933" dist="38100" dir="2700000" algn="tl" rotWithShape="0">
              <a:schemeClr val="accent6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B9A171-73F0-3A47-BED5-25E52A1B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9D2152-1C30-894C-9781-951D3C9748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4E082BC-3297-A4EC-776D-5E405DA426B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6400" y="6345555"/>
            <a:ext cx="387899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7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altLang="en-US" dirty="0">
                <a:ea typeface="ＭＳ Ｐゴシック" panose="020B0600070205080204" pitchFamily="34" charset="-128"/>
              </a:rPr>
              <a:t>© 2026 SailPoint Technologies, Inc. All rights reserved.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BF4BC1B0-E03A-3D2D-DFD1-11F2678E5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6775" y="1824293"/>
            <a:ext cx="10479935" cy="612001"/>
          </a:xfrm>
        </p:spPr>
        <p:txBody>
          <a:bodyPr>
            <a:noAutofit/>
          </a:bodyPr>
          <a:lstStyle>
            <a:lvl1pPr marL="0" indent="0" algn="l">
              <a:buNone/>
              <a:defRPr sz="2600" b="0" i="0">
                <a:latin typeface="Poppins Medium" pitchFamily="2" charset="77"/>
                <a:cs typeface="Poppins Medium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9C93A1-5A77-0868-ECDF-F313EB8BE1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6775" y="900423"/>
            <a:ext cx="10479936" cy="797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376644F-3D72-FCED-83E7-57F9C940FA3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66775" y="2688528"/>
            <a:ext cx="5229226" cy="2958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4573E0F-A0C8-66ED-796D-944DA97E390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19654" y="2689225"/>
            <a:ext cx="4927796" cy="29575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7405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gradFill flip="none" rotWithShape="1">
          <a:gsLst>
            <a:gs pos="82000">
              <a:schemeClr val="accent3"/>
            </a:gs>
            <a:gs pos="10000">
              <a:schemeClr val="accent1"/>
            </a:gs>
            <a:gs pos="34000">
              <a:srgbClr val="011C48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F11EDC6-4042-9B41-9829-40C1A03B2DDE}"/>
              </a:ext>
            </a:extLst>
          </p:cNvPr>
          <p:cNvSpPr/>
          <p:nvPr userDrawn="1"/>
        </p:nvSpPr>
        <p:spPr>
          <a:xfrm>
            <a:off x="612634" y="1825625"/>
            <a:ext cx="5181600" cy="4111151"/>
          </a:xfrm>
          <a:prstGeom prst="roundRect">
            <a:avLst>
              <a:gd name="adj" fmla="val 13517"/>
            </a:avLst>
          </a:prstGeom>
          <a:solidFill>
            <a:schemeClr val="bg1"/>
          </a:solidFill>
          <a:ln>
            <a:noFill/>
          </a:ln>
          <a:effectLst>
            <a:outerShdw blurRad="233933" dist="38100" dir="2700000" algn="tl" rotWithShape="0">
              <a:schemeClr val="accent6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B925D-725D-9D40-A690-BA2FCB38A6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EE8BD-E916-6649-B50D-2D000281131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10314" y="2265529"/>
            <a:ext cx="4386240" cy="3179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9716B-DC23-884E-AECE-26BBB5EBE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9D2152-1C30-894C-9781-951D3C9748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90B0DA2-E7B0-644B-9A47-82FE4334E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0" y="6345555"/>
            <a:ext cx="387899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7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altLang="en-US">
                <a:ea typeface="ＭＳ Ｐゴシック" panose="020B0600070205080204" pitchFamily="34" charset="-128"/>
              </a:rPr>
              <a:t>© 2026 SailPoint Technologies, Inc. All rights reserved.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21C7368-EFDE-EA49-8C4E-96B84D738163}"/>
              </a:ext>
            </a:extLst>
          </p:cNvPr>
          <p:cNvSpPr/>
          <p:nvPr userDrawn="1"/>
        </p:nvSpPr>
        <p:spPr>
          <a:xfrm>
            <a:off x="6397766" y="1834948"/>
            <a:ext cx="5181600" cy="4111151"/>
          </a:xfrm>
          <a:prstGeom prst="roundRect">
            <a:avLst>
              <a:gd name="adj" fmla="val 13517"/>
            </a:avLst>
          </a:prstGeom>
          <a:solidFill>
            <a:schemeClr val="bg1"/>
          </a:solidFill>
          <a:ln>
            <a:noFill/>
          </a:ln>
          <a:effectLst>
            <a:outerShdw blurRad="233933" dist="38100" dir="2700000" algn="tl" rotWithShape="0">
              <a:schemeClr val="accent6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5020119-07EA-6347-9446-78A596B21BB7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795446" y="2274852"/>
            <a:ext cx="4386240" cy="3179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11794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F61B9-CCEB-B640-96F9-C9D3B548E9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457200"/>
            <a:ext cx="4365625" cy="16002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54595-A3ED-1D44-9F21-7FA099B68E0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7" y="791569"/>
            <a:ext cx="6653211" cy="50694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7887C-7323-CA40-A9F4-63472FB95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729B740-78D6-8D48-BA6D-8881485B932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6400" y="6345555"/>
            <a:ext cx="387899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700">
                <a:solidFill>
                  <a:schemeClr val="tx2">
                    <a:lumMod val="40000"/>
                    <a:lumOff val="6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altLang="en-US" dirty="0">
                <a:ea typeface="ＭＳ Ｐゴシック" panose="020B0600070205080204" pitchFamily="34" charset="-128"/>
              </a:rPr>
              <a:t>© 2026 SailPoint Technologies, Inc. All rights reserved.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1D623AB-66A3-974E-987E-157F5444EC3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6400" y="2336800"/>
            <a:ext cx="4365625" cy="353218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16947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5B6BA50-A752-B340-8D04-355774F93D8F}"/>
              </a:ext>
            </a:extLst>
          </p:cNvPr>
          <p:cNvSpPr/>
          <p:nvPr userDrawn="1"/>
        </p:nvSpPr>
        <p:spPr>
          <a:xfrm>
            <a:off x="6189791" y="0"/>
            <a:ext cx="6012825" cy="6858001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8F61B9-CCEB-B640-96F9-C9D3B548E9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457200"/>
            <a:ext cx="4365625" cy="16002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7887C-7323-CA40-A9F4-63472FB95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729B740-78D6-8D48-BA6D-8881485B932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6400" y="6345555"/>
            <a:ext cx="387899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700">
                <a:solidFill>
                  <a:schemeClr val="tx2">
                    <a:lumMod val="40000"/>
                    <a:lumOff val="6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altLang="en-US" dirty="0">
                <a:ea typeface="ＭＳ Ｐゴシック" panose="020B0600070205080204" pitchFamily="34" charset="-128"/>
              </a:rPr>
              <a:t>© 2026 SailPoint Technologies, Inc. All rights reserved.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1D623AB-66A3-974E-987E-157F5444EC3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6400" y="2336800"/>
            <a:ext cx="4365625" cy="353218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349EA51-1543-3345-8636-E87878D8F2C9}"/>
              </a:ext>
            </a:extLst>
          </p:cNvPr>
          <p:cNvSpPr/>
          <p:nvPr userDrawn="1"/>
        </p:nvSpPr>
        <p:spPr>
          <a:xfrm>
            <a:off x="5510664" y="941695"/>
            <a:ext cx="2910005" cy="237471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33933" dist="38100" dir="2700000" algn="tl" rotWithShape="0">
              <a:schemeClr val="accent6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1E99BA0-834A-814D-AB72-0B55285FDA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31556" y="1263699"/>
            <a:ext cx="2329805" cy="531813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Bolded text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4610D3C1-FA59-BC4E-8ECB-4C207D938D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31556" y="1821388"/>
            <a:ext cx="2329805" cy="113617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latin typeface="+mn-lt"/>
                <a:cs typeface="Poppi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Duis at ante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 </a:t>
            </a:r>
            <a:r>
              <a:rPr lang="en-US" err="1"/>
              <a:t>dapibus</a:t>
            </a:r>
            <a:r>
              <a:rPr lang="en-US"/>
              <a:t>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21950D0-95A1-1B4C-BBE5-5F29D9D7CB0A}"/>
              </a:ext>
            </a:extLst>
          </p:cNvPr>
          <p:cNvSpPr/>
          <p:nvPr userDrawn="1"/>
        </p:nvSpPr>
        <p:spPr>
          <a:xfrm>
            <a:off x="8741561" y="941695"/>
            <a:ext cx="2910005" cy="237471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33933" dist="38100" dir="2700000" algn="tl" rotWithShape="0">
              <a:schemeClr val="accent6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CB673210-ACDE-D244-83C0-C058C1CB01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62453" y="1263699"/>
            <a:ext cx="2329805" cy="531813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Bolded text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60098562-9766-A343-AAE4-2AA5CA6289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2453" y="1821388"/>
            <a:ext cx="2329805" cy="113617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latin typeface="+mn-lt"/>
                <a:cs typeface="Poppi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Duis at ante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 </a:t>
            </a:r>
            <a:r>
              <a:rPr lang="en-US" err="1"/>
              <a:t>dapibus</a:t>
            </a:r>
            <a:r>
              <a:rPr lang="en-US"/>
              <a:t>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B87A9B0-1ACB-8F41-9053-0C6FEBEDA5D2}"/>
              </a:ext>
            </a:extLst>
          </p:cNvPr>
          <p:cNvSpPr/>
          <p:nvPr userDrawn="1"/>
        </p:nvSpPr>
        <p:spPr>
          <a:xfrm>
            <a:off x="5510664" y="3612004"/>
            <a:ext cx="2910005" cy="237471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33933" dist="38100" dir="2700000" algn="tl" rotWithShape="0">
              <a:schemeClr val="accent6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00A7A5B1-1256-2D45-BD31-9E014263622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31556" y="3934008"/>
            <a:ext cx="2329805" cy="531813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Bolded text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2DB52A9D-0173-7E44-9574-913A69EC987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31556" y="4491697"/>
            <a:ext cx="2329805" cy="113617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latin typeface="+mn-lt"/>
                <a:cs typeface="Poppi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Duis at ante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 </a:t>
            </a:r>
            <a:r>
              <a:rPr lang="en-US" err="1"/>
              <a:t>dapibus</a:t>
            </a:r>
            <a:r>
              <a:rPr lang="en-US"/>
              <a:t>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94B90D4-A4D6-B644-BC5C-2943E3E1CC26}"/>
              </a:ext>
            </a:extLst>
          </p:cNvPr>
          <p:cNvSpPr/>
          <p:nvPr userDrawn="1"/>
        </p:nvSpPr>
        <p:spPr>
          <a:xfrm>
            <a:off x="8741561" y="3612004"/>
            <a:ext cx="2910005" cy="237471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33933" dist="38100" dir="2700000" algn="tl" rotWithShape="0">
              <a:schemeClr val="accent6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AA50F97-3992-8D43-A937-B246C518B0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62453" y="3934008"/>
            <a:ext cx="2329805" cy="531813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Bolded text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36870797-B9C8-164D-A983-E8F84D1024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2453" y="4491697"/>
            <a:ext cx="2329805" cy="113617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latin typeface="+mn-lt"/>
                <a:cs typeface="Poppi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Duis at ante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 </a:t>
            </a:r>
            <a:r>
              <a:rPr lang="en-US" err="1"/>
              <a:t>dapibus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92901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DF459D-EB72-1043-9F0F-E9CD399108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653211" cy="5403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29EE9-172C-5445-90AB-0F95317FB4C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6400" y="2336800"/>
            <a:ext cx="4365625" cy="353218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CF06B-A61F-3344-BCCA-1373DE5A1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45E35B6-EBB9-2B49-A009-06BDC1176BE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6400" y="6345555"/>
            <a:ext cx="387899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700">
                <a:solidFill>
                  <a:schemeClr val="tx2">
                    <a:lumMod val="40000"/>
                    <a:lumOff val="6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altLang="en-US" dirty="0">
                <a:ea typeface="ＭＳ Ｐゴシック" panose="020B0600070205080204" pitchFamily="34" charset="-128"/>
              </a:rPr>
              <a:t>© 2026 SailPoint Technologies, Inc. All rights reserved.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4E875B0-122F-3240-BDF4-8E5930D25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457200"/>
            <a:ext cx="4365625" cy="16002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97483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52AE5-2E8A-E14B-A350-C57A2FA18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68136"/>
            <a:ext cx="10515600" cy="1133475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B9FAE-9212-0240-87A8-84E2EB4DAE3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828601"/>
            <a:ext cx="10515600" cy="855994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93089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Pink">
    <p:bg>
      <p:bgPr>
        <a:gradFill flip="none" rotWithShape="1">
          <a:gsLst>
            <a:gs pos="82000">
              <a:schemeClr val="accent3"/>
            </a:gs>
            <a:gs pos="10000">
              <a:schemeClr val="accent1"/>
            </a:gs>
            <a:gs pos="34000">
              <a:srgbClr val="011C48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52AE5-2E8A-E14B-A350-C57A2FA18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758471"/>
            <a:ext cx="10515600" cy="1014984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B9FAE-9212-0240-87A8-84E2EB4DAE3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814399"/>
            <a:ext cx="10515600" cy="120797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3938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Blue">
    <p:bg>
      <p:bgPr>
        <a:gradFill flip="none" rotWithShape="1">
          <a:gsLst>
            <a:gs pos="6000">
              <a:schemeClr val="accent1"/>
            </a:gs>
            <a:gs pos="33000">
              <a:srgbClr val="011C48"/>
            </a:gs>
            <a:gs pos="64000">
              <a:schemeClr val="tx1"/>
            </a:gs>
            <a:gs pos="100000">
              <a:srgbClr val="66AAE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52AE5-2E8A-E14B-A350-C57A2FA18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758471"/>
            <a:ext cx="10515600" cy="1014984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B9FAE-9212-0240-87A8-84E2EB4DAE3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814399"/>
            <a:ext cx="10515600" cy="120797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42965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B2DB0-39C8-1C40-BE15-DDDE06404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D2152-1C30-894C-9781-951D3C9748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28643-64C5-AF40-B9D9-AAFB07F505D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6400" y="6345555"/>
            <a:ext cx="387899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700">
                <a:solidFill>
                  <a:schemeClr val="tx2">
                    <a:lumMod val="40000"/>
                    <a:lumOff val="6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altLang="en-US" dirty="0">
                <a:ea typeface="ＭＳ Ｐゴシック" panose="020B0600070205080204" pitchFamily="34" charset="-128"/>
              </a:rPr>
              <a:t>© 2026 SailPoint Technologies,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713382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2F218-639B-164C-A802-D5C0F4814E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F04CD-A19E-AD4D-88B8-CD414AE322A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36F34-3951-7346-AC61-914D3B1B2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D2152-1C30-894C-9781-951D3C9748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65F2B51-79E7-8847-967E-321EE95845E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6400" y="6345555"/>
            <a:ext cx="387899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700">
                <a:solidFill>
                  <a:schemeClr val="tx2">
                    <a:lumMod val="40000"/>
                    <a:lumOff val="6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altLang="en-US" dirty="0">
                <a:ea typeface="ＭＳ Ｐゴシック" panose="020B0600070205080204" pitchFamily="34" charset="-128"/>
              </a:rPr>
              <a:t>© 2026 SailPoint Technologies,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259872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91F001-DADC-D14E-BA60-B592CCE8FDCE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10099343" y="365125"/>
            <a:ext cx="173705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34BEA1-A918-1444-885F-24D269375B1E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06399" y="365125"/>
            <a:ext cx="935174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25C2-39E2-994E-A716-3F87F2789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D2152-1C30-894C-9781-951D3C9748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B0F0182-F080-8F43-99AC-A53AFA0C5AD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6400" y="6345555"/>
            <a:ext cx="387899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700">
                <a:solidFill>
                  <a:schemeClr val="tx2">
                    <a:lumMod val="40000"/>
                    <a:lumOff val="6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altLang="en-US" dirty="0">
                <a:ea typeface="ＭＳ Ｐゴシック" panose="020B0600070205080204" pitchFamily="34" charset="-128"/>
              </a:rPr>
              <a:t>© 2026 SailPoint Technologies,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19851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F553FD-7C76-724A-A15F-86098F2F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365125"/>
            <a:ext cx="11430000" cy="7977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67377-BA58-2F42-8B12-39431C924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613949"/>
            <a:ext cx="11430000" cy="428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D02FB-8823-CE47-AA62-CD25D268A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0" y="6345555"/>
            <a:ext cx="387899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700">
                <a:solidFill>
                  <a:schemeClr val="tx2">
                    <a:lumMod val="40000"/>
                    <a:lumOff val="6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altLang="en-US" dirty="0">
                <a:ea typeface="ＭＳ Ｐゴシック" panose="020B0600070205080204" pitchFamily="34" charset="-128"/>
              </a:rPr>
              <a:t>© 2026 SailPoint Technologies, Inc.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D691F-E5BD-B040-B052-5392F7728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1038" y="6345555"/>
            <a:ext cx="795361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fld id="{679D2152-1C30-894C-9781-951D3C9748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37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62" r:id="rId2"/>
    <p:sldLayoutId id="2147483758" r:id="rId3"/>
    <p:sldLayoutId id="2147483759" r:id="rId4"/>
    <p:sldLayoutId id="2147483756" r:id="rId5"/>
    <p:sldLayoutId id="2147483761" r:id="rId6"/>
    <p:sldLayoutId id="2147483760" r:id="rId7"/>
    <p:sldLayoutId id="2147483731" r:id="rId8"/>
    <p:sldLayoutId id="2147483732" r:id="rId9"/>
    <p:sldLayoutId id="2147483733" r:id="rId10"/>
    <p:sldLayoutId id="2147483749" r:id="rId11"/>
    <p:sldLayoutId id="2147483754" r:id="rId12"/>
    <p:sldLayoutId id="2147483734" r:id="rId13"/>
    <p:sldLayoutId id="2147483735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5" r:id="rId22"/>
    <p:sldLayoutId id="2147483748" r:id="rId23"/>
    <p:sldLayoutId id="2147483763" r:id="rId24"/>
    <p:sldLayoutId id="2147483750" r:id="rId25"/>
    <p:sldLayoutId id="2147483751" r:id="rId26"/>
    <p:sldLayoutId id="2147483752" r:id="rId2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Poppins SemiBold" pitchFamily="2" charset="77"/>
          <a:ea typeface="+mj-ea"/>
          <a:cs typeface="Poppins SemiBold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300"/>
        </a:spcAft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Poppins" pitchFamily="2" charset="77"/>
          <a:ea typeface="+mn-ea"/>
          <a:cs typeface="Poppins" pitchFamily="2" charset="77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Poppins" pitchFamily="2" charset="77"/>
          <a:ea typeface="+mn-ea"/>
          <a:cs typeface="Poppins" pitchFamily="2" charset="77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Poppins" pitchFamily="2" charset="77"/>
          <a:ea typeface="+mn-ea"/>
          <a:cs typeface="Poppins" pitchFamily="2" charset="77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400" b="0" i="0" kern="1200">
          <a:solidFill>
            <a:schemeClr val="tx2"/>
          </a:solidFill>
          <a:latin typeface="Poppins" pitchFamily="2" charset="77"/>
          <a:ea typeface="+mn-ea"/>
          <a:cs typeface="Poppins" pitchFamily="2" charset="77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400" b="0" i="0" kern="1200">
          <a:solidFill>
            <a:schemeClr val="tx2"/>
          </a:solidFill>
          <a:latin typeface="Poppins" pitchFamily="2" charset="77"/>
          <a:ea typeface="+mn-ea"/>
          <a:cs typeface="Poppins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ailpoint.highspot.com/spots/5e0a70a466bbaa27e1a11637?lfrm=isd.8&amp;list=5e2116d46a3b114235dabcb5&amp;overview=false" TargetMode="External"/><Relationship Id="rId2" Type="http://schemas.openxmlformats.org/officeDocument/2006/relationships/hyperlink" Target="https://sailpoint.sharepoint.com/sites/mrkt-public/Shared%20Documents/Forms/AllItems.aspx?id=%2Fsites%2Fmrkt%2Dpublic%2FShared%20Documents%2FMarketing%20Department%20%E2%80%93%20Branding%2FImage%20Library&amp;viewid=fb2aedea%2D22dd%2D4b8d%2Da0a0%2D88b16d873fcc" TargetMode="Externa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9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brand.sailpoint.com/844e6c661/p/935d5f-iconography/b/226015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3.svg"/><Relationship Id="rId21" Type="http://schemas.openxmlformats.org/officeDocument/2006/relationships/image" Target="../media/image38.svg"/><Relationship Id="rId42" Type="http://schemas.openxmlformats.org/officeDocument/2006/relationships/image" Target="../media/image58.svg"/><Relationship Id="rId47" Type="http://schemas.openxmlformats.org/officeDocument/2006/relationships/image" Target="../media/image63.svg"/><Relationship Id="rId63" Type="http://schemas.openxmlformats.org/officeDocument/2006/relationships/image" Target="../media/image79.svg"/><Relationship Id="rId68" Type="http://schemas.openxmlformats.org/officeDocument/2006/relationships/image" Target="../media/image84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3.svg"/><Relationship Id="rId29" Type="http://schemas.openxmlformats.org/officeDocument/2006/relationships/image" Target="../media/image46.svg"/><Relationship Id="rId11" Type="http://schemas.openxmlformats.org/officeDocument/2006/relationships/image" Target="../media/image28.svg"/><Relationship Id="rId24" Type="http://schemas.openxmlformats.org/officeDocument/2006/relationships/image" Target="../media/image41.svg"/><Relationship Id="rId32" Type="http://schemas.openxmlformats.org/officeDocument/2006/relationships/image" Target="../media/image49.svg"/><Relationship Id="rId37" Type="http://schemas.openxmlformats.org/officeDocument/2006/relationships/image" Target="../media/image54.svg"/><Relationship Id="rId40" Type="http://schemas.openxmlformats.org/officeDocument/2006/relationships/image" Target="../media/image57.svg"/><Relationship Id="rId45" Type="http://schemas.openxmlformats.org/officeDocument/2006/relationships/image" Target="../media/image61.svg"/><Relationship Id="rId53" Type="http://schemas.openxmlformats.org/officeDocument/2006/relationships/image" Target="../media/image69.svg"/><Relationship Id="rId58" Type="http://schemas.openxmlformats.org/officeDocument/2006/relationships/image" Target="../media/image74.svg"/><Relationship Id="rId66" Type="http://schemas.openxmlformats.org/officeDocument/2006/relationships/image" Target="../media/image82.svg"/><Relationship Id="rId5" Type="http://schemas.openxmlformats.org/officeDocument/2006/relationships/image" Target="../media/image22.svg"/><Relationship Id="rId61" Type="http://schemas.openxmlformats.org/officeDocument/2006/relationships/image" Target="../media/image77.svg"/><Relationship Id="rId19" Type="http://schemas.openxmlformats.org/officeDocument/2006/relationships/image" Target="../media/image36.svg"/><Relationship Id="rId14" Type="http://schemas.openxmlformats.org/officeDocument/2006/relationships/image" Target="../media/image31.svg"/><Relationship Id="rId22" Type="http://schemas.openxmlformats.org/officeDocument/2006/relationships/image" Target="../media/image39.svg"/><Relationship Id="rId27" Type="http://schemas.openxmlformats.org/officeDocument/2006/relationships/image" Target="../media/image44.svg"/><Relationship Id="rId30" Type="http://schemas.openxmlformats.org/officeDocument/2006/relationships/image" Target="../media/image47.svg"/><Relationship Id="rId35" Type="http://schemas.openxmlformats.org/officeDocument/2006/relationships/image" Target="../media/image52.svg"/><Relationship Id="rId43" Type="http://schemas.openxmlformats.org/officeDocument/2006/relationships/image" Target="../media/image59.svg"/><Relationship Id="rId48" Type="http://schemas.openxmlformats.org/officeDocument/2006/relationships/image" Target="../media/image64.svg"/><Relationship Id="rId56" Type="http://schemas.openxmlformats.org/officeDocument/2006/relationships/image" Target="../media/image72.svg"/><Relationship Id="rId64" Type="http://schemas.openxmlformats.org/officeDocument/2006/relationships/image" Target="../media/image80.svg"/><Relationship Id="rId69" Type="http://schemas.openxmlformats.org/officeDocument/2006/relationships/image" Target="../media/image85.svg"/><Relationship Id="rId8" Type="http://schemas.openxmlformats.org/officeDocument/2006/relationships/image" Target="../media/image25.svg"/><Relationship Id="rId51" Type="http://schemas.openxmlformats.org/officeDocument/2006/relationships/image" Target="../media/image67.svg"/><Relationship Id="rId3" Type="http://schemas.openxmlformats.org/officeDocument/2006/relationships/image" Target="../media/image20.svg"/><Relationship Id="rId12" Type="http://schemas.openxmlformats.org/officeDocument/2006/relationships/image" Target="../media/image29.svg"/><Relationship Id="rId17" Type="http://schemas.openxmlformats.org/officeDocument/2006/relationships/image" Target="../media/image34.svg"/><Relationship Id="rId25" Type="http://schemas.openxmlformats.org/officeDocument/2006/relationships/image" Target="../media/image42.svg"/><Relationship Id="rId33" Type="http://schemas.openxmlformats.org/officeDocument/2006/relationships/image" Target="../media/image50.svg"/><Relationship Id="rId38" Type="http://schemas.openxmlformats.org/officeDocument/2006/relationships/image" Target="../media/image55.svg"/><Relationship Id="rId46" Type="http://schemas.openxmlformats.org/officeDocument/2006/relationships/image" Target="../media/image62.svg"/><Relationship Id="rId59" Type="http://schemas.openxmlformats.org/officeDocument/2006/relationships/image" Target="../media/image75.svg"/><Relationship Id="rId67" Type="http://schemas.openxmlformats.org/officeDocument/2006/relationships/image" Target="../media/image83.svg"/><Relationship Id="rId20" Type="http://schemas.openxmlformats.org/officeDocument/2006/relationships/image" Target="../media/image37.svg"/><Relationship Id="rId41" Type="http://schemas.openxmlformats.org/officeDocument/2006/relationships/hyperlink" Target="https://brand.sailpoint.com/844e6c661/p/935d5f-iconography/b/226015" TargetMode="External"/><Relationship Id="rId54" Type="http://schemas.openxmlformats.org/officeDocument/2006/relationships/image" Target="../media/image70.svg"/><Relationship Id="rId62" Type="http://schemas.openxmlformats.org/officeDocument/2006/relationships/image" Target="../media/image78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svg"/><Relationship Id="rId15" Type="http://schemas.openxmlformats.org/officeDocument/2006/relationships/image" Target="../media/image32.svg"/><Relationship Id="rId23" Type="http://schemas.openxmlformats.org/officeDocument/2006/relationships/image" Target="../media/image40.svg"/><Relationship Id="rId28" Type="http://schemas.openxmlformats.org/officeDocument/2006/relationships/image" Target="../media/image45.svg"/><Relationship Id="rId36" Type="http://schemas.openxmlformats.org/officeDocument/2006/relationships/image" Target="../media/image53.svg"/><Relationship Id="rId49" Type="http://schemas.openxmlformats.org/officeDocument/2006/relationships/image" Target="../media/image65.svg"/><Relationship Id="rId57" Type="http://schemas.openxmlformats.org/officeDocument/2006/relationships/image" Target="../media/image73.svg"/><Relationship Id="rId10" Type="http://schemas.openxmlformats.org/officeDocument/2006/relationships/image" Target="../media/image27.svg"/><Relationship Id="rId31" Type="http://schemas.openxmlformats.org/officeDocument/2006/relationships/image" Target="../media/image48.svg"/><Relationship Id="rId44" Type="http://schemas.openxmlformats.org/officeDocument/2006/relationships/image" Target="../media/image60.svg"/><Relationship Id="rId52" Type="http://schemas.openxmlformats.org/officeDocument/2006/relationships/image" Target="../media/image68.svg"/><Relationship Id="rId60" Type="http://schemas.openxmlformats.org/officeDocument/2006/relationships/image" Target="../media/image76.svg"/><Relationship Id="rId65" Type="http://schemas.openxmlformats.org/officeDocument/2006/relationships/image" Target="../media/image81.svg"/><Relationship Id="rId4" Type="http://schemas.openxmlformats.org/officeDocument/2006/relationships/image" Target="../media/image21.svg"/><Relationship Id="rId9" Type="http://schemas.openxmlformats.org/officeDocument/2006/relationships/image" Target="../media/image26.svg"/><Relationship Id="rId13" Type="http://schemas.openxmlformats.org/officeDocument/2006/relationships/image" Target="../media/image30.svg"/><Relationship Id="rId18" Type="http://schemas.openxmlformats.org/officeDocument/2006/relationships/image" Target="../media/image35.svg"/><Relationship Id="rId39" Type="http://schemas.openxmlformats.org/officeDocument/2006/relationships/image" Target="../media/image56.svg"/><Relationship Id="rId34" Type="http://schemas.openxmlformats.org/officeDocument/2006/relationships/image" Target="../media/image51.svg"/><Relationship Id="rId50" Type="http://schemas.openxmlformats.org/officeDocument/2006/relationships/image" Target="../media/image66.svg"/><Relationship Id="rId55" Type="http://schemas.openxmlformats.org/officeDocument/2006/relationships/image" Target="../media/image71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26" Type="http://schemas.openxmlformats.org/officeDocument/2006/relationships/image" Target="../media/image108.png"/><Relationship Id="rId3" Type="http://schemas.openxmlformats.org/officeDocument/2006/relationships/hyperlink" Target="https://brand.sailpoint.com/844e6c661/p/935d5f-iconography/b/75e946" TargetMode="External"/><Relationship Id="rId21" Type="http://schemas.openxmlformats.org/officeDocument/2006/relationships/image" Target="../media/image103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5" Type="http://schemas.openxmlformats.org/officeDocument/2006/relationships/image" Target="../media/image10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98.png"/><Relationship Id="rId20" Type="http://schemas.openxmlformats.org/officeDocument/2006/relationships/image" Target="../media/image102.png"/><Relationship Id="rId29" Type="http://schemas.openxmlformats.org/officeDocument/2006/relationships/image" Target="../media/image11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24" Type="http://schemas.openxmlformats.org/officeDocument/2006/relationships/image" Target="../media/image106.png"/><Relationship Id="rId5" Type="http://schemas.openxmlformats.org/officeDocument/2006/relationships/image" Target="../media/image87.png"/><Relationship Id="rId15" Type="http://schemas.openxmlformats.org/officeDocument/2006/relationships/image" Target="../media/image97.png"/><Relationship Id="rId23" Type="http://schemas.openxmlformats.org/officeDocument/2006/relationships/image" Target="../media/image105.png"/><Relationship Id="rId28" Type="http://schemas.openxmlformats.org/officeDocument/2006/relationships/image" Target="../media/image110.png"/><Relationship Id="rId10" Type="http://schemas.openxmlformats.org/officeDocument/2006/relationships/image" Target="../media/image92.png"/><Relationship Id="rId19" Type="http://schemas.openxmlformats.org/officeDocument/2006/relationships/image" Target="../media/image101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Relationship Id="rId22" Type="http://schemas.openxmlformats.org/officeDocument/2006/relationships/image" Target="../media/image104.png"/><Relationship Id="rId27" Type="http://schemas.openxmlformats.org/officeDocument/2006/relationships/image" Target="../media/image109.png"/><Relationship Id="rId30" Type="http://schemas.openxmlformats.org/officeDocument/2006/relationships/image" Target="../media/image11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svg"/><Relationship Id="rId10" Type="http://schemas.openxmlformats.org/officeDocument/2006/relationships/image" Target="../media/image121.emf"/><Relationship Id="rId4" Type="http://schemas.openxmlformats.org/officeDocument/2006/relationships/image" Target="../media/image115.svg"/><Relationship Id="rId9" Type="http://schemas.openxmlformats.org/officeDocument/2006/relationships/image" Target="../media/image12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B11CC-22AD-C837-B08D-BBF324EEA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0533" y="1450853"/>
            <a:ext cx="10430934" cy="1553824"/>
          </a:xfrm>
        </p:spPr>
        <p:txBody>
          <a:bodyPr/>
          <a:lstStyle/>
          <a:p>
            <a:r>
              <a:rPr lang="en-US" dirty="0">
                <a:latin typeface="Poppins SemiBold"/>
                <a:cs typeface="Poppins SemiBold"/>
              </a:rPr>
              <a:t>Welcome to the new era of adaptive identity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6637B-BD97-7FB1-527A-203A1A488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5802" y="2970810"/>
            <a:ext cx="9780395" cy="546248"/>
          </a:xfrm>
        </p:spPr>
        <p:txBody>
          <a:bodyPr/>
          <a:lstStyle/>
          <a:p>
            <a:r>
              <a:rPr lang="en-US" dirty="0"/>
              <a:t>Adaptive identity. Continuous trust.</a:t>
            </a:r>
          </a:p>
        </p:txBody>
      </p:sp>
    </p:spTree>
    <p:extLst>
      <p:ext uri="{BB962C8B-B14F-4D97-AF65-F5344CB8AC3E}">
        <p14:creationId xmlns:p14="http://schemas.microsoft.com/office/powerpoint/2010/main" val="1414126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2EEEC-4381-F39D-17C3-5C949BBD7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6925" y="1909763"/>
            <a:ext cx="8058150" cy="270668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Adaptive identity</a:t>
            </a:r>
            <a:br>
              <a:rPr lang="en-US" dirty="0"/>
            </a:br>
            <a:r>
              <a:rPr lang="en-US" b="0" dirty="0">
                <a:latin typeface="Poppins Medium" pitchFamily="2" charset="77"/>
                <a:cs typeface="Poppins Medium" pitchFamily="2" charset="77"/>
              </a:rPr>
              <a:t>sets the standard</a:t>
            </a:r>
            <a:br>
              <a:rPr lang="en-US" b="0" dirty="0">
                <a:latin typeface="Poppins Medium" pitchFamily="2" charset="77"/>
                <a:cs typeface="Poppins Medium" pitchFamily="2" charset="77"/>
              </a:rPr>
            </a:br>
            <a:r>
              <a:rPr lang="en-US" b="0" dirty="0">
                <a:latin typeface="Poppins Medium" pitchFamily="2" charset="77"/>
                <a:cs typeface="Poppins Medium" pitchFamily="2" charset="77"/>
              </a:rPr>
              <a:t>for enterprise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79AF6-9C21-678A-A419-B1057008A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3812" y="4948680"/>
            <a:ext cx="5144377" cy="1120815"/>
          </a:xfrm>
        </p:spPr>
        <p:txBody>
          <a:bodyPr/>
          <a:lstStyle/>
          <a:p>
            <a:r>
              <a:rPr lang="en-US" dirty="0"/>
              <a:t>Unifying identity, security, and data into a single control plane​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40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245C4-610C-0711-33EC-E2652AEB0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9943" y="2205318"/>
            <a:ext cx="8752114" cy="758533"/>
          </a:xfrm>
        </p:spPr>
        <p:txBody>
          <a:bodyPr/>
          <a:lstStyle/>
          <a:p>
            <a:r>
              <a:rPr lang="en-US" sz="4400" b="0" dirty="0">
                <a:latin typeface="Poppins Medium" pitchFamily="2" charset="77"/>
                <a:cs typeface="Poppins Medium" pitchFamily="2" charset="77"/>
              </a:rPr>
              <a:t>Govern every identity: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1ACC7D-4995-5492-2E7D-266450908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5820" y="3951105"/>
            <a:ext cx="6860360" cy="930413"/>
          </a:xfrm>
        </p:spPr>
        <p:txBody>
          <a:bodyPr/>
          <a:lstStyle/>
          <a:p>
            <a:r>
              <a:rPr lang="en-US" dirty="0"/>
              <a:t>Take control of your expanding attack surface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8D18474-C50B-C786-76A7-8FAD6E3D183E}"/>
              </a:ext>
            </a:extLst>
          </p:cNvPr>
          <p:cNvSpPr txBox="1">
            <a:spLocks/>
          </p:cNvSpPr>
          <p:nvPr/>
        </p:nvSpPr>
        <p:spPr>
          <a:xfrm>
            <a:off x="757518" y="3020692"/>
            <a:ext cx="10676964" cy="9304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bg1"/>
                </a:solidFill>
                <a:latin typeface="Poppins SemiBold" pitchFamily="2" charset="77"/>
                <a:ea typeface="+mj-ea"/>
                <a:cs typeface="Poppins SemiBold" pitchFamily="2" charset="77"/>
              </a:defRPr>
            </a:lvl1pPr>
          </a:lstStyle>
          <a:p>
            <a:r>
              <a:rPr lang="en-US" sz="4800" dirty="0">
                <a:gradFill flip="none" rotWithShape="1">
                  <a:gsLst>
                    <a:gs pos="71000">
                      <a:schemeClr val="accent4"/>
                    </a:gs>
                    <a:gs pos="51000">
                      <a:schemeClr val="accent2"/>
                    </a:gs>
                    <a:gs pos="29000">
                      <a:schemeClr val="accent3"/>
                    </a:gs>
                  </a:gsLst>
                  <a:lin ang="0" scaled="1"/>
                  <a:tileRect/>
                </a:gradFill>
              </a:rPr>
              <a:t>Human, machine, and AI agent</a:t>
            </a:r>
          </a:p>
        </p:txBody>
      </p:sp>
    </p:spTree>
    <p:extLst>
      <p:ext uri="{BB962C8B-B14F-4D97-AF65-F5344CB8AC3E}">
        <p14:creationId xmlns:p14="http://schemas.microsoft.com/office/powerpoint/2010/main" val="2171916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E5E29-CF33-1060-3A66-39C994709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2666" y="2221396"/>
            <a:ext cx="9046669" cy="2415208"/>
          </a:xfrm>
        </p:spPr>
        <p:txBody>
          <a:bodyPr/>
          <a:lstStyle/>
          <a:p>
            <a:r>
              <a:rPr lang="en-US" sz="5400" dirty="0"/>
              <a:t>Adaptive identity sets the standard for enterprise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EA626-95C5-639C-DA12-002D9C4B6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5388" y="4798270"/>
            <a:ext cx="9046669" cy="930413"/>
          </a:xfrm>
        </p:spPr>
        <p:txBody>
          <a:bodyPr/>
          <a:lstStyle/>
          <a:p>
            <a:r>
              <a:rPr lang="en-US" dirty="0"/>
              <a:t>Unifying identity, security, and data for real-time governance</a:t>
            </a:r>
          </a:p>
        </p:txBody>
      </p:sp>
    </p:spTree>
    <p:extLst>
      <p:ext uri="{BB962C8B-B14F-4D97-AF65-F5344CB8AC3E}">
        <p14:creationId xmlns:p14="http://schemas.microsoft.com/office/powerpoint/2010/main" val="256860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CD9F1-FF5C-5BB1-5CA9-BD101FD8F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4276" y="742122"/>
            <a:ext cx="5331724" cy="2957427"/>
          </a:xfrm>
        </p:spPr>
        <p:txBody>
          <a:bodyPr>
            <a:normAutofit/>
          </a:bodyPr>
          <a:lstStyle/>
          <a:p>
            <a:r>
              <a:rPr lang="en-US" dirty="0"/>
              <a:t>The new standard in identity security​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E65496-1182-6453-631D-F25A038088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Adaptive identity unifies security &amp; data seamlessly</a:t>
            </a:r>
          </a:p>
        </p:txBody>
      </p:sp>
    </p:spTree>
    <p:extLst>
      <p:ext uri="{BB962C8B-B14F-4D97-AF65-F5344CB8AC3E}">
        <p14:creationId xmlns:p14="http://schemas.microsoft.com/office/powerpoint/2010/main" val="228523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FBF4F5-08F7-DBA8-C041-128C09D18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ABAA8B-ECBC-5FD9-C189-1C3F5AFE445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© 2026 SailPoint Technologies, Inc. All rights reserved.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76ECE3-5D8A-BC66-B507-AEC019CB0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9AA35A-BC44-DC9D-6F1A-60A710C0598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083A41E-2F06-6B4F-4277-55D2FA5DA32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4641F9A-8549-39F5-F421-73DE5FC9E68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362A9E-3D72-BA55-67AC-BF4B19458F8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CC07C32-B22D-E13B-1108-03470D137CC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n-US" dirty="0"/>
              <a:t>Agenda item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340D3EB-703E-789C-6E92-273BC6864A0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en-US" dirty="0"/>
              <a:t>Agenda item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B91356-D243-B2F7-3E34-E621AFA8DC6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en-US" dirty="0"/>
              <a:t>Agenda item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F5C1D76-5609-3AE5-224F-006292B7090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en-US" dirty="0"/>
              <a:t>Agenda item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FF5CEE1-CBD4-F4F9-8CF4-9BED0E2703AF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DCEB946-498D-9606-B8CC-6113C01CA6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C58C4C4-DE69-01EC-3163-FD38EC3A0AA6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A891A51-513D-5CCF-7D48-503EBF93797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3BF5450-6765-9F80-538D-9F5321FC3578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r>
              <a:rPr lang="en-US" dirty="0"/>
              <a:t>Agenda item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AC602F9-D32E-0F21-8FA8-7E15C4CF8584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r>
              <a:rPr lang="en-US" dirty="0"/>
              <a:t>Agenda item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93E7745-75B2-9509-97E8-0893561D1B26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r>
              <a:rPr lang="en-US" dirty="0"/>
              <a:t>Agenda item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54E7124-0A82-DF6D-A4DA-5DC5A8A36132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r>
              <a:rPr lang="en-US" dirty="0"/>
              <a:t>Agenda item</a:t>
            </a:r>
          </a:p>
        </p:txBody>
      </p:sp>
    </p:spTree>
    <p:extLst>
      <p:ext uri="{BB962C8B-B14F-4D97-AF65-F5344CB8AC3E}">
        <p14:creationId xmlns:p14="http://schemas.microsoft.com/office/powerpoint/2010/main" val="2800643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23923-E9F2-F8BD-D6BF-A4C70BEE8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Agenda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BBFCFC-3D6B-97CF-E089-E45BF7E61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4E0BC-DB49-C05A-A15F-6DDDAC852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© 2026 SailPoint Technologies, Inc. All rights reserved.</a:t>
            </a:r>
            <a:endParaRPr lang="en-US" altLang="en-US" dirty="0">
              <a:solidFill>
                <a:schemeClr val="bg1"/>
              </a:solidFill>
              <a:ea typeface="ＭＳ Ｐゴシック" panose="020B0600070205080204" pitchFamily="34" charset="-128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2D8D18-7F26-2D57-AC42-50154E4C5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160779"/>
              </p:ext>
            </p:extLst>
          </p:nvPr>
        </p:nvGraphicFramePr>
        <p:xfrm>
          <a:off x="4449170" y="1351128"/>
          <a:ext cx="6591868" cy="41216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4999">
                  <a:extLst>
                    <a:ext uri="{9D8B030D-6E8A-4147-A177-3AD203B41FA5}">
                      <a16:colId xmlns:a16="http://schemas.microsoft.com/office/drawing/2014/main" val="3482971295"/>
                    </a:ext>
                  </a:extLst>
                </a:gridCol>
                <a:gridCol w="3226869">
                  <a:extLst>
                    <a:ext uri="{9D8B030D-6E8A-4147-A177-3AD203B41FA5}">
                      <a16:colId xmlns:a16="http://schemas.microsoft.com/office/drawing/2014/main" val="245915264"/>
                    </a:ext>
                  </a:extLst>
                </a:gridCol>
              </a:tblGrid>
              <a:tr h="512785">
                <a:tc>
                  <a:txBody>
                    <a:bodyPr/>
                    <a:lstStyle/>
                    <a:p>
                      <a:r>
                        <a:rPr lang="en-US" b="1" i="0" dirty="0">
                          <a:solidFill>
                            <a:schemeClr val="accent1"/>
                          </a:solidFill>
                          <a:latin typeface="Poppins SemiBold" pitchFamily="2" charset="77"/>
                          <a:cs typeface="Poppins SemiBold" pitchFamily="2" charset="77"/>
                        </a:rPr>
                        <a:t>Agenda item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accent6"/>
                          </a:solidFill>
                        </a:rPr>
                        <a:t>Presenter Name, Title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2457309"/>
                  </a:ext>
                </a:extLst>
              </a:tr>
              <a:tr h="515548">
                <a:tc>
                  <a:txBody>
                    <a:bodyPr/>
                    <a:lstStyle/>
                    <a:p>
                      <a:r>
                        <a:rPr lang="en-US" b="1" i="0" dirty="0">
                          <a:solidFill>
                            <a:schemeClr val="accent1"/>
                          </a:solidFill>
                          <a:latin typeface="Poppins SemiBold" pitchFamily="2" charset="77"/>
                          <a:cs typeface="Poppins SemiBold" pitchFamily="2" charset="77"/>
                        </a:rPr>
                        <a:t>Agenda item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accent6"/>
                          </a:solidFill>
                        </a:rPr>
                        <a:t>Presenter Name, Title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2718128"/>
                  </a:ext>
                </a:extLst>
              </a:tr>
              <a:tr h="515548">
                <a:tc>
                  <a:txBody>
                    <a:bodyPr/>
                    <a:lstStyle/>
                    <a:p>
                      <a:r>
                        <a:rPr lang="en-US" b="1" i="0" dirty="0">
                          <a:solidFill>
                            <a:schemeClr val="accent1"/>
                          </a:solidFill>
                          <a:latin typeface="Poppins SemiBold" pitchFamily="2" charset="77"/>
                          <a:cs typeface="Poppins SemiBold" pitchFamily="2" charset="77"/>
                        </a:rPr>
                        <a:t>Agenda item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accent6"/>
                          </a:solidFill>
                        </a:rPr>
                        <a:t>Presenter Name, Title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6531433"/>
                  </a:ext>
                </a:extLst>
              </a:tr>
              <a:tr h="515548">
                <a:tc>
                  <a:txBody>
                    <a:bodyPr/>
                    <a:lstStyle/>
                    <a:p>
                      <a:r>
                        <a:rPr lang="en-US" b="1" i="0" dirty="0">
                          <a:solidFill>
                            <a:schemeClr val="accent1"/>
                          </a:solidFill>
                          <a:latin typeface="Poppins SemiBold" pitchFamily="2" charset="77"/>
                          <a:cs typeface="Poppins SemiBold" pitchFamily="2" charset="77"/>
                        </a:rPr>
                        <a:t>Agenda item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accent6"/>
                          </a:solidFill>
                        </a:rPr>
                        <a:t>Presenter Name, Title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622095"/>
                  </a:ext>
                </a:extLst>
              </a:tr>
              <a:tr h="515548">
                <a:tc>
                  <a:txBody>
                    <a:bodyPr/>
                    <a:lstStyle/>
                    <a:p>
                      <a:r>
                        <a:rPr lang="en-US" b="1" i="0" dirty="0">
                          <a:solidFill>
                            <a:schemeClr val="accent1"/>
                          </a:solidFill>
                          <a:latin typeface="Poppins SemiBold" pitchFamily="2" charset="77"/>
                          <a:cs typeface="Poppins SemiBold" pitchFamily="2" charset="77"/>
                        </a:rPr>
                        <a:t>Agenda item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accent6"/>
                          </a:solidFill>
                        </a:rPr>
                        <a:t>Presenter Name, Title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5174392"/>
                  </a:ext>
                </a:extLst>
              </a:tr>
              <a:tr h="515548">
                <a:tc>
                  <a:txBody>
                    <a:bodyPr/>
                    <a:lstStyle/>
                    <a:p>
                      <a:r>
                        <a:rPr lang="en-US" b="1" i="0" dirty="0">
                          <a:solidFill>
                            <a:schemeClr val="accent1"/>
                          </a:solidFill>
                          <a:latin typeface="Poppins SemiBold" pitchFamily="2" charset="77"/>
                          <a:cs typeface="Poppins SemiBold" pitchFamily="2" charset="77"/>
                        </a:rPr>
                        <a:t>Agenda item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accent6"/>
                          </a:solidFill>
                        </a:rPr>
                        <a:t>Presenter Name, Title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0298539"/>
                  </a:ext>
                </a:extLst>
              </a:tr>
              <a:tr h="515548">
                <a:tc>
                  <a:txBody>
                    <a:bodyPr/>
                    <a:lstStyle/>
                    <a:p>
                      <a:r>
                        <a:rPr lang="en-US" b="1" i="0" dirty="0">
                          <a:solidFill>
                            <a:schemeClr val="accent1"/>
                          </a:solidFill>
                          <a:latin typeface="Poppins SemiBold" pitchFamily="2" charset="77"/>
                          <a:cs typeface="Poppins SemiBold" pitchFamily="2" charset="77"/>
                        </a:rPr>
                        <a:t>Agenda item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accent6"/>
                          </a:solidFill>
                        </a:rPr>
                        <a:t>Presenter Name, Title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6822824"/>
                  </a:ext>
                </a:extLst>
              </a:tr>
              <a:tr h="515548">
                <a:tc>
                  <a:txBody>
                    <a:bodyPr/>
                    <a:lstStyle/>
                    <a:p>
                      <a:r>
                        <a:rPr lang="en-US" b="1" i="0" dirty="0">
                          <a:solidFill>
                            <a:schemeClr val="accent1"/>
                          </a:solidFill>
                          <a:latin typeface="Poppins SemiBold" pitchFamily="2" charset="77"/>
                          <a:cs typeface="Poppins SemiBold" pitchFamily="2" charset="77"/>
                        </a:rPr>
                        <a:t>Agenda item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Presenter Name, Title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5841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6135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1DE79-9A9C-7A4B-972F-96BCAA755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1D0FC-D170-6847-B527-34CAC0AD9A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en-US"/>
              <a:t>© 2026 SailPoint Technologies, Inc. All rights reserved.</a:t>
            </a:r>
            <a:endParaRPr lang="en-US" alt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EF1532D-31EF-394C-9474-9FD1F04A1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Aenean ac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, </a:t>
            </a:r>
            <a:r>
              <a:rPr lang="en-US" dirty="0" err="1"/>
              <a:t>eget</a:t>
            </a:r>
            <a:r>
              <a:rPr lang="en-US" dirty="0"/>
              <a:t> auctor </a:t>
            </a:r>
            <a:r>
              <a:rPr lang="en-US" dirty="0" err="1"/>
              <a:t>arcu</a:t>
            </a:r>
            <a:r>
              <a:rPr lang="en-US" dirty="0"/>
              <a:t>. In tempus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dui vel, </a:t>
            </a:r>
            <a:r>
              <a:rPr lang="en-US" dirty="0" err="1"/>
              <a:t>interdum</a:t>
            </a:r>
            <a:r>
              <a:rPr lang="en-US" dirty="0"/>
              <a:t> semper ex. Nam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a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porta. Cras </a:t>
            </a:r>
            <a:r>
              <a:rPr lang="en-US" dirty="0" err="1"/>
              <a:t>euismod</a:t>
            </a:r>
            <a:r>
              <a:rPr lang="en-US" dirty="0"/>
              <a:t>,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lacinia, ipsum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, nec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id </a:t>
            </a:r>
            <a:r>
              <a:rPr lang="en-US" dirty="0" err="1"/>
              <a:t>nulla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pharetra </a:t>
            </a:r>
            <a:r>
              <a:rPr lang="en-US" dirty="0" err="1"/>
              <a:t>eu</a:t>
            </a:r>
            <a:r>
              <a:rPr lang="en-US" dirty="0"/>
              <a:t> pharetra id,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dui.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, at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/>
              <a:t>Integer et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, at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.</a:t>
            </a:r>
          </a:p>
          <a:p>
            <a:r>
              <a:rPr lang="en-US" dirty="0"/>
              <a:t>Ut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, vitae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,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.</a:t>
            </a:r>
          </a:p>
          <a:p>
            <a:r>
              <a:rPr lang="en-US" dirty="0"/>
              <a:t>Libero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732F8-406D-E340-9586-407C6C5A3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&amp; content slide</a:t>
            </a:r>
          </a:p>
        </p:txBody>
      </p:sp>
    </p:spTree>
    <p:extLst>
      <p:ext uri="{BB962C8B-B14F-4D97-AF65-F5344CB8AC3E}">
        <p14:creationId xmlns:p14="http://schemas.microsoft.com/office/powerpoint/2010/main" val="3113969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04F91-8792-2677-C96D-5A290CEC4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&amp; content slide – dark mode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793BA-C1CF-8D79-B178-FD9448BD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56C1E-A050-91C7-5BA6-2B51830487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© 2026 SailPoint Technologies, Inc. All rights reserved.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5774B-2215-3CB2-11F0-D5AEA6A13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Aenean ac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, </a:t>
            </a:r>
            <a:r>
              <a:rPr lang="en-US" dirty="0" err="1"/>
              <a:t>eget</a:t>
            </a:r>
            <a:r>
              <a:rPr lang="en-US" dirty="0"/>
              <a:t> auctor </a:t>
            </a:r>
            <a:r>
              <a:rPr lang="en-US" dirty="0" err="1"/>
              <a:t>arcu</a:t>
            </a:r>
            <a:r>
              <a:rPr lang="en-US" dirty="0"/>
              <a:t>. In tempus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dui vel, </a:t>
            </a:r>
            <a:r>
              <a:rPr lang="en-US" dirty="0" err="1"/>
              <a:t>interdum</a:t>
            </a:r>
            <a:r>
              <a:rPr lang="en-US" dirty="0"/>
              <a:t> semper ex. Nam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a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porta. Cras </a:t>
            </a:r>
            <a:r>
              <a:rPr lang="en-US" dirty="0" err="1"/>
              <a:t>euismod</a:t>
            </a:r>
            <a:r>
              <a:rPr lang="en-US" dirty="0"/>
              <a:t>,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lacinia, ipsum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, nec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id </a:t>
            </a:r>
            <a:r>
              <a:rPr lang="en-US" dirty="0" err="1"/>
              <a:t>nulla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pharetra </a:t>
            </a:r>
            <a:r>
              <a:rPr lang="en-US" dirty="0" err="1"/>
              <a:t>eu</a:t>
            </a:r>
            <a:r>
              <a:rPr lang="en-US" dirty="0"/>
              <a:t> pharetra id,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dui.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, at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/>
              <a:t>Integer et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, at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.</a:t>
            </a:r>
          </a:p>
          <a:p>
            <a:r>
              <a:rPr lang="en-US" dirty="0"/>
              <a:t>Ut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, vitae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,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.</a:t>
            </a:r>
          </a:p>
          <a:p>
            <a:r>
              <a:rPr lang="en-US" dirty="0"/>
              <a:t>Libero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75689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person smiling while sitting at a table&#10;&#10;AI-generated content may be incorrect.">
            <a:extLst>
              <a:ext uri="{FF2B5EF4-FFF2-40B4-BE49-F238E27FC236}">
                <a16:creationId xmlns:a16="http://schemas.microsoft.com/office/drawing/2014/main" id="{0AFFB7F2-3112-7F27-74C1-6C0ED9A215A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661A1C0-6208-C23F-E8F0-246C07945086}"/>
              </a:ext>
            </a:extLst>
          </p:cNvPr>
          <p:cNvSpPr/>
          <p:nvPr/>
        </p:nvSpPr>
        <p:spPr>
          <a:xfrm>
            <a:off x="0" y="0"/>
            <a:ext cx="6024563" cy="6858000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88000">
                <a:srgbClr val="FF00FF"/>
              </a:gs>
              <a:gs pos="100000">
                <a:schemeClr val="accent3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CEE8-C753-517A-DFE2-5D77078E0D8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© 2026 SailPoint Technologies, Inc. All rights reserved.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256A3-7BE7-320C-4F13-2144EE7E0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t>10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637C50-244D-3749-E666-273D325860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lnSpcReduction="10000"/>
          </a:bodyPr>
          <a:lstStyle/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Ut </a:t>
            </a:r>
            <a:r>
              <a:rPr lang="en-GB" err="1"/>
              <a:t>est</a:t>
            </a:r>
            <a:r>
              <a:rPr lang="en-GB"/>
              <a:t> </a:t>
            </a:r>
            <a:r>
              <a:rPr lang="en-GB" err="1"/>
              <a:t>justo</a:t>
            </a:r>
            <a:r>
              <a:rPr lang="en-GB"/>
              <a:t>, </a:t>
            </a:r>
            <a:r>
              <a:rPr lang="en-GB" err="1"/>
              <a:t>blandit</a:t>
            </a:r>
            <a:r>
              <a:rPr lang="en-GB"/>
              <a:t> ac </a:t>
            </a:r>
            <a:r>
              <a:rPr lang="en-GB" err="1"/>
              <a:t>augue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</a:t>
            </a:r>
            <a:r>
              <a:rPr lang="en-GB" err="1"/>
              <a:t>feugiat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diam. Vestibulum sit </a:t>
            </a:r>
            <a:r>
              <a:rPr lang="en-GB" err="1"/>
              <a:t>amet</a:t>
            </a:r>
            <a:r>
              <a:rPr lang="en-GB"/>
              <a:t> </a:t>
            </a:r>
            <a:r>
              <a:rPr lang="en-GB" err="1"/>
              <a:t>consectetur</a:t>
            </a:r>
            <a:r>
              <a:rPr lang="en-GB"/>
              <a:t> diam.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9797D8-D195-644C-DC56-1261F7441ED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GB" b="1" err="1">
                <a:latin typeface="Poppins SemiBold" pitchFamily="2" charset="77"/>
                <a:cs typeface="Poppins SemiBold" pitchFamily="2" charset="77"/>
              </a:rPr>
              <a:t>Firstname</a:t>
            </a:r>
            <a:r>
              <a:rPr lang="en-GB" b="1"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GB" b="1" err="1">
                <a:latin typeface="Poppins SemiBold" pitchFamily="2" charset="77"/>
                <a:cs typeface="Poppins SemiBold" pitchFamily="2" charset="77"/>
              </a:rPr>
              <a:t>Lastname</a:t>
            </a:r>
            <a:br>
              <a:rPr lang="en-GB"/>
            </a:br>
            <a:r>
              <a:rPr lang="en-GB"/>
              <a:t>Title</a:t>
            </a:r>
            <a:br>
              <a:rPr lang="en-GB"/>
            </a:br>
            <a:r>
              <a:rPr lang="en-GB"/>
              <a:t>Company name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91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68208A-E0EE-CD02-F158-4DC48FC5C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t>11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453D01-09F1-BE22-B683-EEC9B26F6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© 2026 SailPoint Technologies, Inc. All rights reserved.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FD60E3-9B9E-2CAE-C499-153859B0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&amp; content slide - Angle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DDA7DB-FDE3-8A78-4937-60B35A323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/>
              <a:t>Minum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nulpa</a:t>
            </a:r>
            <a:r>
              <a:rPr lang="en-GB" dirty="0"/>
              <a:t> </a:t>
            </a:r>
            <a:r>
              <a:rPr lang="en-GB" dirty="0" err="1"/>
              <a:t>sequidus</a:t>
            </a:r>
            <a:r>
              <a:rPr lang="en-GB" dirty="0"/>
              <a:t> </a:t>
            </a:r>
            <a:r>
              <a:rPr lang="en-GB" dirty="0" err="1"/>
              <a:t>voluptatum</a:t>
            </a:r>
            <a:r>
              <a:rPr lang="en-GB" dirty="0"/>
              <a:t> </a:t>
            </a:r>
            <a:r>
              <a:rPr lang="en-GB" dirty="0" err="1"/>
              <a:t>fuga</a:t>
            </a:r>
            <a:r>
              <a:rPr lang="en-GB" dirty="0"/>
              <a:t>. </a:t>
            </a:r>
            <a:r>
              <a:rPr lang="en-GB" dirty="0" err="1"/>
              <a:t>Ic</a:t>
            </a:r>
            <a:r>
              <a:rPr lang="en-GB" dirty="0"/>
              <a:t> to </a:t>
            </a:r>
            <a:r>
              <a:rPr lang="en-GB" dirty="0" err="1"/>
              <a:t>beritati</a:t>
            </a:r>
            <a:r>
              <a:rPr lang="en-GB" dirty="0"/>
              <a:t> </a:t>
            </a:r>
            <a:r>
              <a:rPr lang="en-GB" dirty="0" err="1"/>
              <a:t>beria</a:t>
            </a:r>
            <a:r>
              <a:rPr lang="en-GB" dirty="0"/>
              <a:t> </a:t>
            </a:r>
            <a:r>
              <a:rPr lang="en-GB" dirty="0" err="1"/>
              <a:t>dolutem</a:t>
            </a:r>
            <a:r>
              <a:rPr lang="en-GB" dirty="0"/>
              <a:t> non </a:t>
            </a:r>
            <a:r>
              <a:rPr lang="en-GB" dirty="0" err="1"/>
              <a:t>nonsequidis</a:t>
            </a:r>
            <a:r>
              <a:rPr lang="en-GB" dirty="0"/>
              <a:t> </a:t>
            </a:r>
            <a:r>
              <a:rPr lang="en-GB" dirty="0" err="1"/>
              <a:t>pelent</a:t>
            </a:r>
            <a:r>
              <a:rPr lang="en-GB" dirty="0"/>
              <a:t> quis ex </a:t>
            </a:r>
            <a:r>
              <a:rPr lang="en-GB" dirty="0" err="1"/>
              <a:t>ero</a:t>
            </a:r>
            <a:r>
              <a:rPr lang="en-GB" dirty="0"/>
              <a:t> </a:t>
            </a:r>
            <a:r>
              <a:rPr lang="en-GB" dirty="0" err="1"/>
              <a:t>idi</a:t>
            </a:r>
            <a:r>
              <a:rPr lang="en-GB" dirty="0"/>
              <a:t> sunt. Integer sit </a:t>
            </a:r>
            <a:r>
              <a:rPr lang="en-GB" dirty="0" err="1"/>
              <a:t>amet</a:t>
            </a:r>
            <a:r>
              <a:rPr lang="en-GB" dirty="0"/>
              <a:t> nisi </a:t>
            </a:r>
            <a:r>
              <a:rPr lang="en-GB" dirty="0" err="1"/>
              <a:t>eget</a:t>
            </a:r>
            <a:r>
              <a:rPr lang="en-GB" dirty="0"/>
              <a:t> </a:t>
            </a:r>
            <a:r>
              <a:rPr lang="en-GB" dirty="0" err="1"/>
              <a:t>lacus</a:t>
            </a:r>
            <a:r>
              <a:rPr lang="en-GB" dirty="0"/>
              <a:t> </a:t>
            </a:r>
            <a:r>
              <a:rPr lang="en-GB" dirty="0" err="1"/>
              <a:t>egestas</a:t>
            </a:r>
            <a:r>
              <a:rPr lang="en-GB" dirty="0"/>
              <a:t> </a:t>
            </a:r>
            <a:r>
              <a:rPr lang="en-GB" dirty="0" err="1"/>
              <a:t>fringilla</a:t>
            </a:r>
            <a:r>
              <a:rPr lang="en-GB" dirty="0"/>
              <a:t> </a:t>
            </a:r>
            <a:r>
              <a:rPr lang="en-GB" dirty="0" err="1"/>
              <a:t>eget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lorem. Sed pulvinar </a:t>
            </a:r>
            <a:r>
              <a:rPr lang="en-GB" dirty="0" err="1"/>
              <a:t>ut</a:t>
            </a:r>
            <a:r>
              <a:rPr lang="en-GB" dirty="0"/>
              <a:t> eros </a:t>
            </a:r>
            <a:r>
              <a:rPr lang="en-GB" dirty="0" err="1"/>
              <a:t>eget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Looking for imagery? Find it at the </a:t>
            </a:r>
            <a:r>
              <a:rPr lang="en-GB" dirty="0">
                <a:hlinkClick r:id="rId2"/>
              </a:rPr>
              <a:t>Image Library on SharePoint</a:t>
            </a:r>
            <a:r>
              <a:rPr lang="en-GB" dirty="0"/>
              <a:t>.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dirty="0"/>
              <a:t>Reference </a:t>
            </a:r>
            <a:r>
              <a:rPr lang="en-GB" dirty="0">
                <a:hlinkClick r:id="rId3"/>
              </a:rPr>
              <a:t>Highspot for Marketing created decks</a:t>
            </a:r>
            <a:r>
              <a:rPr lang="en-GB" dirty="0"/>
              <a:t> for more presentation content.</a:t>
            </a:r>
          </a:p>
        </p:txBody>
      </p:sp>
    </p:spTree>
    <p:extLst>
      <p:ext uri="{BB962C8B-B14F-4D97-AF65-F5344CB8AC3E}">
        <p14:creationId xmlns:p14="http://schemas.microsoft.com/office/powerpoint/2010/main" val="406325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D58B7-3672-F643-AF1C-AB0F09E09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t>12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E45D1C-2CDE-8047-87EB-729BD7766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at ante quis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. Sed nunc ex,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, </a:t>
            </a:r>
            <a:r>
              <a:rPr lang="en-US" dirty="0" err="1"/>
              <a:t>blandit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ante.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nec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8CB692-6BD5-3B4C-9C51-DB92AAF46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lorem ipsum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EAC5C6-AC00-228F-42EB-B74601E3DBB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© 2026 SailPoint Technologies, Inc. All rights reserved.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7B0E7C4-127C-C7B3-C28B-2D0D66249B6E}"/>
              </a:ext>
            </a:extLst>
          </p:cNvPr>
          <p:cNvSpPr/>
          <p:nvPr/>
        </p:nvSpPr>
        <p:spPr>
          <a:xfrm>
            <a:off x="4674604" y="1528355"/>
            <a:ext cx="4539288" cy="4539288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glow rad="76239">
              <a:schemeClr val="bg1">
                <a:alpha val="66227"/>
              </a:schemeClr>
            </a:glow>
            <a:softEdge rad="411162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Poppins SemiBold" pitchFamily="2" charset="77"/>
                <a:cs typeface="Poppins SemiBold" pitchFamily="2" charset="77"/>
              </a:rPr>
              <a:t>55</a:t>
            </a:r>
            <a:r>
              <a:rPr lang="en-US" sz="3600" b="1" dirty="0">
                <a:latin typeface="Poppins SemiBold" pitchFamily="2" charset="77"/>
                <a:cs typeface="Poppins SemiBold" pitchFamily="2" charset="77"/>
              </a:rPr>
              <a:t>%</a:t>
            </a:r>
            <a:endParaRPr lang="en-US" sz="5400" b="1" dirty="0">
              <a:latin typeface="Poppins SemiBold" pitchFamily="2" charset="77"/>
              <a:cs typeface="Poppins SemiBold" pitchFamily="2" charset="77"/>
            </a:endParaRPr>
          </a:p>
          <a:p>
            <a:pPr algn="ctr"/>
            <a:r>
              <a:rPr lang="en-US" sz="2000" dirty="0">
                <a:latin typeface="Poppins" pitchFamily="2" charset="77"/>
                <a:cs typeface="Poppins" pitchFamily="2" charset="77"/>
              </a:rPr>
              <a:t>Smaller text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B074B8-151F-02A9-E307-FB57F68B05CB}"/>
              </a:ext>
            </a:extLst>
          </p:cNvPr>
          <p:cNvSpPr/>
          <p:nvPr/>
        </p:nvSpPr>
        <p:spPr>
          <a:xfrm>
            <a:off x="7701889" y="1071348"/>
            <a:ext cx="2743200" cy="2743200"/>
          </a:xfrm>
          <a:prstGeom prst="ellipse">
            <a:avLst/>
          </a:prstGeom>
          <a:gradFill>
            <a:gsLst>
              <a:gs pos="64000">
                <a:schemeClr val="accent3"/>
              </a:gs>
              <a:gs pos="40000">
                <a:schemeClr val="accent3"/>
              </a:gs>
              <a:gs pos="13000">
                <a:schemeClr val="accent4"/>
              </a:gs>
              <a:gs pos="92000">
                <a:srgbClr val="FF00FF"/>
              </a:gs>
            </a:gsLst>
            <a:lin ang="15000000" scaled="0"/>
          </a:gra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>
                <a:latin typeface="Poppins SemiBold" pitchFamily="2" charset="77"/>
                <a:cs typeface="Poppins SemiBold" pitchFamily="2" charset="77"/>
              </a:rPr>
              <a:t>35</a:t>
            </a:r>
            <a:r>
              <a:rPr lang="en-US" sz="3600" b="1">
                <a:latin typeface="Poppins SemiBold" pitchFamily="2" charset="77"/>
                <a:cs typeface="Poppins SemiBold" pitchFamily="2" charset="77"/>
              </a:rPr>
              <a:t>%</a:t>
            </a:r>
            <a:endParaRPr lang="en-US" sz="4800" b="1">
              <a:latin typeface="Poppins SemiBold" pitchFamily="2" charset="77"/>
              <a:cs typeface="Poppins SemiBold" pitchFamily="2" charset="77"/>
            </a:endParaRPr>
          </a:p>
          <a:p>
            <a:pPr algn="ctr"/>
            <a:r>
              <a:rPr lang="en-US">
                <a:latin typeface="Poppins" pitchFamily="2" charset="77"/>
                <a:cs typeface="Poppins" pitchFamily="2" charset="77"/>
              </a:rPr>
              <a:t>Smaller text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7BA13E-FBD4-38CC-9952-1AC6F69CE39B}"/>
              </a:ext>
            </a:extLst>
          </p:cNvPr>
          <p:cNvSpPr/>
          <p:nvPr/>
        </p:nvSpPr>
        <p:spPr>
          <a:xfrm>
            <a:off x="9517039" y="2929236"/>
            <a:ext cx="2127700" cy="2127700"/>
          </a:xfrm>
          <a:prstGeom prst="ellipse">
            <a:avLst/>
          </a:prstGeom>
          <a:gradFill>
            <a:gsLst>
              <a:gs pos="40000">
                <a:schemeClr val="accent2"/>
              </a:gs>
              <a:gs pos="0">
                <a:srgbClr val="0033A1"/>
              </a:gs>
              <a:gs pos="78000">
                <a:schemeClr val="accent4"/>
              </a:gs>
            </a:gsLst>
            <a:lin ang="4800000" scaled="0"/>
          </a:gra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>
                <a:latin typeface="Poppins SemiBold" pitchFamily="2" charset="77"/>
                <a:cs typeface="Poppins SemiBold" pitchFamily="2" charset="77"/>
              </a:rPr>
              <a:t>20</a:t>
            </a:r>
            <a:r>
              <a:rPr lang="en-US" sz="3200" b="1">
                <a:latin typeface="Poppins SemiBold" pitchFamily="2" charset="77"/>
                <a:cs typeface="Poppins SemiBold" pitchFamily="2" charset="77"/>
              </a:rPr>
              <a:t>%</a:t>
            </a:r>
            <a:endParaRPr lang="en-US" sz="4000" b="1">
              <a:latin typeface="Poppins SemiBold" pitchFamily="2" charset="77"/>
              <a:cs typeface="Poppins SemiBold" pitchFamily="2" charset="77"/>
            </a:endParaRPr>
          </a:p>
          <a:p>
            <a:pPr algn="ctr"/>
            <a:r>
              <a:rPr lang="en-US" sz="14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Smaller text</a:t>
            </a:r>
          </a:p>
        </p:txBody>
      </p:sp>
    </p:spTree>
    <p:extLst>
      <p:ext uri="{BB962C8B-B14F-4D97-AF65-F5344CB8AC3E}">
        <p14:creationId xmlns:p14="http://schemas.microsoft.com/office/powerpoint/2010/main" val="1632497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A6318-0644-CF40-B085-29124240C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E7A07-910F-7343-9014-AC75A17B31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en-US"/>
              <a:t>© 2026 SailPoint Technologies, Inc. All rights reserved.</a:t>
            </a:r>
            <a:endParaRPr lang="en-US" alt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12B2E8C-2BD7-BE48-A2C2-70BB1BC81E8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Duis at ante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 </a:t>
            </a:r>
            <a:r>
              <a:rPr lang="en-US" err="1"/>
              <a:t>dapibus</a:t>
            </a:r>
            <a:r>
              <a:rPr lang="en-US"/>
              <a:t>.</a:t>
            </a:r>
          </a:p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208314B-D059-3A46-9106-758FF411BC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Bolded text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05D379B-827B-264A-988E-22379961288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Duis at ante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 </a:t>
            </a:r>
            <a:r>
              <a:rPr lang="en-US" err="1"/>
              <a:t>dapibus</a:t>
            </a:r>
            <a:r>
              <a:rPr lang="en-US"/>
              <a:t>.</a:t>
            </a:r>
          </a:p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17CC3C5-0ECA-C84B-B3F1-40B034C12C0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Bolded 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1856099-470D-4F48-9792-3DF9EEA995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Duis at ante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 </a:t>
            </a:r>
            <a:r>
              <a:rPr lang="en-US" err="1"/>
              <a:t>dapibus</a:t>
            </a:r>
            <a:r>
              <a:rPr lang="en-US"/>
              <a:t>.</a:t>
            </a:r>
          </a:p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6321401-8213-5543-ACC0-7C9EEF9FCC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Bolded text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9393BE2-5CA1-C444-9F18-E6B5FAF33B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Duis at ante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 </a:t>
            </a:r>
            <a:r>
              <a:rPr lang="en-US" err="1"/>
              <a:t>dapibus</a:t>
            </a:r>
            <a:r>
              <a:rPr lang="en-US"/>
              <a:t>.</a:t>
            </a:r>
          </a:p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504F55-7C7B-A64E-9B66-FAE31F8275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Bolded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60F243E-9D8E-D746-8CA6-D76D127BB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, </a:t>
            </a:r>
            <a:r>
              <a:rPr lang="en-US" err="1"/>
              <a:t>metus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dapibus</a:t>
            </a:r>
            <a:r>
              <a:rPr lang="en-US"/>
              <a:t>, libero </a:t>
            </a:r>
            <a:r>
              <a:rPr lang="en-US" err="1"/>
              <a:t>metus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, vel pharetra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Cras </a:t>
            </a:r>
            <a:r>
              <a:rPr lang="en-US" err="1"/>
              <a:t>lacus</a:t>
            </a:r>
            <a:r>
              <a:rPr lang="en-US"/>
              <a:t> ex,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 vitae, </a:t>
            </a:r>
            <a:r>
              <a:rPr lang="en-US" err="1"/>
              <a:t>blandit</a:t>
            </a:r>
            <a:r>
              <a:rPr lang="en-US"/>
              <a:t> fermentum ipsum. Donec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a ex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. 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17B9998-BE68-4346-9F30-2391FBAB0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Four tiles layout</a:t>
            </a:r>
          </a:p>
        </p:txBody>
      </p:sp>
    </p:spTree>
    <p:extLst>
      <p:ext uri="{BB962C8B-B14F-4D97-AF65-F5344CB8AC3E}">
        <p14:creationId xmlns:p14="http://schemas.microsoft.com/office/powerpoint/2010/main" val="3050549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70D62-82BE-1DFB-DCA4-A05C73086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765BB6-DA7B-CCB8-CF47-D50BA865B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A6D741-9131-43E9-F164-21499592592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© 2026 SailPoint Technologies, Inc. All rights reserved.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808E4FB-0ED2-3671-7BF1-BB3A5ACE4159}"/>
              </a:ext>
            </a:extLst>
          </p:cNvPr>
          <p:cNvSpPr/>
          <p:nvPr/>
        </p:nvSpPr>
        <p:spPr>
          <a:xfrm>
            <a:off x="952501" y="1553761"/>
            <a:ext cx="3132020" cy="2928557"/>
          </a:xfrm>
          <a:prstGeom prst="roundRect">
            <a:avLst>
              <a:gd name="adj" fmla="val 9984"/>
            </a:avLst>
          </a:prstGeom>
          <a:gradFill flip="none" rotWithShape="1">
            <a:gsLst>
              <a:gs pos="48000">
                <a:srgbClr val="000000"/>
              </a:gs>
              <a:gs pos="78000">
                <a:schemeClr val="tx1"/>
              </a:gs>
              <a:gs pos="87000">
                <a:schemeClr val="accent2"/>
              </a:gs>
              <a:gs pos="100000">
                <a:schemeClr val="accent4"/>
              </a:gs>
            </a:gsLst>
            <a:path path="circle">
              <a:fillToRect l="100000" b="100000"/>
            </a:path>
            <a:tileRect t="-100000" r="-100000"/>
          </a:gradFill>
          <a:ln w="25400"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800">
              <a:latin typeface="Poppins Medium"/>
              <a:cs typeface="Poppins Mediu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6C9C76-7B8F-3808-F4E7-333C15DE61B8}"/>
              </a:ext>
            </a:extLst>
          </p:cNvPr>
          <p:cNvSpPr txBox="1"/>
          <p:nvPr/>
        </p:nvSpPr>
        <p:spPr>
          <a:xfrm>
            <a:off x="1255852" y="2092222"/>
            <a:ext cx="2075881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XX</a:t>
            </a:r>
            <a:r>
              <a:rPr lang="en-US" sz="4400" b="1" dirty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49257A-9483-FE79-267B-9E83F5E481D8}"/>
              </a:ext>
            </a:extLst>
          </p:cNvPr>
          <p:cNvSpPr txBox="1"/>
          <p:nvPr/>
        </p:nvSpPr>
        <p:spPr>
          <a:xfrm>
            <a:off x="1250980" y="3196881"/>
            <a:ext cx="2672839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Suspendisse</a:t>
            </a:r>
            <a:r>
              <a:rPr lang="en-US" sz="1600" dirty="0">
                <a:solidFill>
                  <a:schemeClr val="bg1"/>
                </a:solidFill>
              </a:rPr>
              <a:t> sit </a:t>
            </a:r>
            <a:r>
              <a:rPr lang="en-US" sz="1600" dirty="0" err="1">
                <a:solidFill>
                  <a:schemeClr val="bg1"/>
                </a:solidFill>
              </a:rPr>
              <a:t>amet</a:t>
            </a:r>
            <a:r>
              <a:rPr lang="en-US" sz="1600" dirty="0">
                <a:solidFill>
                  <a:schemeClr val="bg1"/>
                </a:solidFill>
              </a:rPr>
              <a:t> lorem non </a:t>
            </a:r>
            <a:r>
              <a:rPr lang="en-US" sz="1600" dirty="0" err="1">
                <a:solidFill>
                  <a:schemeClr val="bg1"/>
                </a:solidFill>
              </a:rPr>
              <a:t>nulla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condimentum</a:t>
            </a:r>
            <a:r>
              <a:rPr lang="en-US" sz="1600" dirty="0">
                <a:solidFill>
                  <a:schemeClr val="bg1"/>
                </a:solidFill>
              </a:rPr>
              <a:t> convallis 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34F0762-E5FD-CC41-FD7A-CBF793A42B91}"/>
              </a:ext>
            </a:extLst>
          </p:cNvPr>
          <p:cNvSpPr/>
          <p:nvPr/>
        </p:nvSpPr>
        <p:spPr>
          <a:xfrm>
            <a:off x="4383000" y="1553761"/>
            <a:ext cx="3132020" cy="2928557"/>
          </a:xfrm>
          <a:prstGeom prst="roundRect">
            <a:avLst>
              <a:gd name="adj" fmla="val 9984"/>
            </a:avLst>
          </a:prstGeom>
          <a:gradFill flip="none" rotWithShape="1">
            <a:gsLst>
              <a:gs pos="55000">
                <a:srgbClr val="000000"/>
              </a:gs>
              <a:gs pos="74000">
                <a:srgbClr val="207B3C"/>
              </a:gs>
              <a:gs pos="88000">
                <a:srgbClr val="4EAE06"/>
              </a:gs>
              <a:gs pos="100000">
                <a:schemeClr val="accent5"/>
              </a:gs>
            </a:gsLst>
            <a:path path="circle">
              <a:fillToRect l="100000" b="100000"/>
            </a:path>
            <a:tileRect t="-100000" r="-100000"/>
          </a:gradFill>
          <a:ln w="25400">
            <a:solidFill>
              <a:srgbClr val="207B3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778D17-5066-A21A-FD6D-4C3C93440ACD}"/>
              </a:ext>
            </a:extLst>
          </p:cNvPr>
          <p:cNvSpPr txBox="1"/>
          <p:nvPr/>
        </p:nvSpPr>
        <p:spPr>
          <a:xfrm>
            <a:off x="4681479" y="2092222"/>
            <a:ext cx="2075881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XX</a:t>
            </a:r>
            <a:r>
              <a:rPr lang="en-US" sz="4400" b="1" dirty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BC8269-8BFF-3FEA-C7C7-A868CBDE7E53}"/>
              </a:ext>
            </a:extLst>
          </p:cNvPr>
          <p:cNvSpPr txBox="1"/>
          <p:nvPr/>
        </p:nvSpPr>
        <p:spPr>
          <a:xfrm>
            <a:off x="4681479" y="3232907"/>
            <a:ext cx="2743442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Suspendisse</a:t>
            </a:r>
            <a:r>
              <a:rPr lang="en-US" sz="1600" dirty="0">
                <a:solidFill>
                  <a:schemeClr val="bg1"/>
                </a:solidFill>
              </a:rPr>
              <a:t> sit </a:t>
            </a:r>
            <a:r>
              <a:rPr lang="en-US" sz="1600" dirty="0" err="1">
                <a:solidFill>
                  <a:schemeClr val="bg1"/>
                </a:solidFill>
              </a:rPr>
              <a:t>amet</a:t>
            </a:r>
            <a:r>
              <a:rPr lang="en-US" sz="1600" dirty="0">
                <a:solidFill>
                  <a:schemeClr val="bg1"/>
                </a:solidFill>
              </a:rPr>
              <a:t> lorem non </a:t>
            </a:r>
            <a:r>
              <a:rPr lang="en-US" sz="1600" dirty="0" err="1">
                <a:solidFill>
                  <a:schemeClr val="bg1"/>
                </a:solidFill>
              </a:rPr>
              <a:t>nulla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condimentum</a:t>
            </a:r>
            <a:r>
              <a:rPr lang="en-US" sz="1600" dirty="0">
                <a:solidFill>
                  <a:schemeClr val="bg1"/>
                </a:solidFill>
              </a:rPr>
              <a:t> convallis 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0DA74A5-2D9C-624F-AD43-040BC823255F}"/>
              </a:ext>
            </a:extLst>
          </p:cNvPr>
          <p:cNvSpPr/>
          <p:nvPr/>
        </p:nvSpPr>
        <p:spPr>
          <a:xfrm>
            <a:off x="7808920" y="1553761"/>
            <a:ext cx="3132020" cy="2928557"/>
          </a:xfrm>
          <a:prstGeom prst="roundRect">
            <a:avLst>
              <a:gd name="adj" fmla="val 9984"/>
            </a:avLst>
          </a:prstGeom>
          <a:gradFill flip="none" rotWithShape="1">
            <a:gsLst>
              <a:gs pos="74000">
                <a:schemeClr val="accent3">
                  <a:lumMod val="50000"/>
                </a:schemeClr>
              </a:gs>
              <a:gs pos="47000">
                <a:srgbClr val="000000"/>
              </a:gs>
              <a:gs pos="89000">
                <a:schemeClr val="accent3"/>
              </a:gs>
              <a:gs pos="100000">
                <a:srgbClr val="FF00FF"/>
              </a:gs>
            </a:gsLst>
            <a:path path="circle">
              <a:fillToRect l="100000" b="100000"/>
            </a:path>
            <a:tileRect t="-100000" r="-100000"/>
          </a:gradFill>
          <a:ln w="25400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3600">
              <a:latin typeface="Poppins Medium"/>
              <a:cs typeface="Poppins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A68365-A665-57C0-BA46-A729DDFE9FD3}"/>
              </a:ext>
            </a:extLst>
          </p:cNvPr>
          <p:cNvSpPr txBox="1"/>
          <p:nvPr/>
        </p:nvSpPr>
        <p:spPr>
          <a:xfrm>
            <a:off x="8107399" y="2092222"/>
            <a:ext cx="2075881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XX</a:t>
            </a:r>
            <a:r>
              <a:rPr lang="en-US" sz="4400" b="1" dirty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AB7F20-F4B0-AF70-F187-81D4FA614BD2}"/>
              </a:ext>
            </a:extLst>
          </p:cNvPr>
          <p:cNvSpPr txBox="1"/>
          <p:nvPr/>
        </p:nvSpPr>
        <p:spPr>
          <a:xfrm>
            <a:off x="8107399" y="3232907"/>
            <a:ext cx="2743442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Suspendisse</a:t>
            </a:r>
            <a:r>
              <a:rPr lang="en-US" sz="1600" dirty="0">
                <a:solidFill>
                  <a:schemeClr val="bg1"/>
                </a:solidFill>
              </a:rPr>
              <a:t> sit </a:t>
            </a:r>
            <a:r>
              <a:rPr lang="en-US" sz="1600" dirty="0" err="1">
                <a:solidFill>
                  <a:schemeClr val="bg1"/>
                </a:solidFill>
              </a:rPr>
              <a:t>amet</a:t>
            </a:r>
            <a:r>
              <a:rPr lang="en-US" sz="1600" dirty="0">
                <a:solidFill>
                  <a:schemeClr val="bg1"/>
                </a:solidFill>
              </a:rPr>
              <a:t> lorem non </a:t>
            </a:r>
            <a:r>
              <a:rPr lang="en-US" sz="1600" dirty="0" err="1">
                <a:solidFill>
                  <a:schemeClr val="bg1"/>
                </a:solidFill>
              </a:rPr>
              <a:t>nulla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condimentum</a:t>
            </a:r>
            <a:r>
              <a:rPr lang="en-US" sz="1600" dirty="0">
                <a:solidFill>
                  <a:schemeClr val="bg1"/>
                </a:solidFill>
              </a:rPr>
              <a:t> convallis 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EE7EE590-A728-C3C2-7E8A-7BE13C08BDAD}"/>
              </a:ext>
            </a:extLst>
          </p:cNvPr>
          <p:cNvSpPr txBox="1">
            <a:spLocks/>
          </p:cNvSpPr>
          <p:nvPr/>
        </p:nvSpPr>
        <p:spPr>
          <a:xfrm>
            <a:off x="952501" y="4723736"/>
            <a:ext cx="9983647" cy="12034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/>
              <a:t>Nulla eget porttitor sem. Etiam vel nunc sit amet dolor pretium varius quis tincidunt dolor. Suspendisse sit amet lorem non nulla condimentum convallis.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284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D0F2C-2448-B323-6A52-15AA9D4DB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DDD5C-ECBA-5644-55AB-9E42E8E08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subtitle text</a:t>
            </a:r>
          </a:p>
        </p:txBody>
      </p:sp>
    </p:spTree>
    <p:extLst>
      <p:ext uri="{BB962C8B-B14F-4D97-AF65-F5344CB8AC3E}">
        <p14:creationId xmlns:p14="http://schemas.microsoft.com/office/powerpoint/2010/main" val="67935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CE30E-0BEE-E35C-E2B5-421BE0B30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01EFE-BC31-6261-98A7-8364882D6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E86B0-0F89-2291-D521-2343488E6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394427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F3D6A-E2C1-33BF-C811-E4840EB72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7D108B-B45D-E298-86B2-29BDE6CF8CD7}"/>
              </a:ext>
            </a:extLst>
          </p:cNvPr>
          <p:cNvSpPr/>
          <p:nvPr/>
        </p:nvSpPr>
        <p:spPr>
          <a:xfrm>
            <a:off x="5638800" y="0"/>
            <a:ext cx="6553201" cy="6858000"/>
          </a:xfrm>
          <a:prstGeom prst="rect">
            <a:avLst/>
          </a:prstGeom>
          <a:gradFill flip="none" rotWithShape="1">
            <a:gsLst>
              <a:gs pos="100000">
                <a:schemeClr val="tx1"/>
              </a:gs>
              <a:gs pos="78000">
                <a:schemeClr val="accent1"/>
              </a:gs>
              <a:gs pos="91000">
                <a:srgbClr val="011C48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4FEE5EF-27FE-B3DC-B8A0-66F0135949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201"/>
            <a:ext cx="5740398" cy="54038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D58B4-38B5-C485-BCD0-17CC73170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3028" y="2263278"/>
            <a:ext cx="4365625" cy="3532188"/>
          </a:xfrm>
        </p:spPr>
        <p:txBody>
          <a:bodyPr>
            <a:normAutofit/>
          </a:bodyPr>
          <a:lstStyle/>
          <a:p>
            <a:r>
              <a:rPr lang="en-US" sz="1800" dirty="0" err="1"/>
              <a:t>Etiam</a:t>
            </a:r>
            <a:r>
              <a:rPr lang="en-US" sz="1800" dirty="0"/>
              <a:t> vel nunc sit </a:t>
            </a:r>
            <a:r>
              <a:rPr lang="en-US" sz="1800" dirty="0" err="1"/>
              <a:t>amet</a:t>
            </a:r>
            <a:r>
              <a:rPr lang="en-US" sz="1800" dirty="0"/>
              <a:t> dolor </a:t>
            </a:r>
            <a:r>
              <a:rPr lang="en-US" sz="1800" dirty="0" err="1"/>
              <a:t>pretium</a:t>
            </a:r>
            <a:r>
              <a:rPr lang="en-US" sz="1800" dirty="0"/>
              <a:t> </a:t>
            </a:r>
            <a:r>
              <a:rPr lang="en-US" sz="1800" dirty="0" err="1"/>
              <a:t>varius</a:t>
            </a:r>
            <a:r>
              <a:rPr lang="en-US" sz="1800" dirty="0"/>
              <a:t> quis </a:t>
            </a:r>
            <a:r>
              <a:rPr lang="en-US" sz="1800" dirty="0" err="1"/>
              <a:t>tincidunt</a:t>
            </a:r>
            <a:r>
              <a:rPr lang="en-US" sz="1800" dirty="0"/>
              <a:t> dolor. </a:t>
            </a:r>
          </a:p>
          <a:p>
            <a:endParaRPr lang="en-US" sz="1800" dirty="0"/>
          </a:p>
          <a:p>
            <a:r>
              <a:rPr lang="en-US" sz="1800" dirty="0" err="1"/>
              <a:t>Etiam</a:t>
            </a:r>
            <a:r>
              <a:rPr lang="en-US" sz="1800" dirty="0"/>
              <a:t> vel nunc sit </a:t>
            </a:r>
            <a:r>
              <a:rPr lang="en-US" sz="1800" dirty="0" err="1"/>
              <a:t>amet</a:t>
            </a:r>
            <a:r>
              <a:rPr lang="en-US" sz="1800" dirty="0"/>
              <a:t> dolor </a:t>
            </a:r>
            <a:r>
              <a:rPr lang="en-US" sz="1800" dirty="0" err="1"/>
              <a:t>pretium</a:t>
            </a:r>
            <a:r>
              <a:rPr lang="en-US" sz="1800" dirty="0"/>
              <a:t> </a:t>
            </a:r>
            <a:r>
              <a:rPr lang="en-US" sz="1800" dirty="0" err="1"/>
              <a:t>varius</a:t>
            </a:r>
            <a:r>
              <a:rPr lang="en-US" sz="1800" dirty="0"/>
              <a:t> quis </a:t>
            </a:r>
            <a:r>
              <a:rPr lang="en-US" sz="1800" dirty="0" err="1"/>
              <a:t>tincidunt</a:t>
            </a:r>
            <a:r>
              <a:rPr lang="en-US" sz="1800" dirty="0"/>
              <a:t> dolor. </a:t>
            </a:r>
          </a:p>
          <a:p>
            <a:endParaRPr lang="en-US" sz="1800" dirty="0"/>
          </a:p>
          <a:p>
            <a:r>
              <a:rPr lang="en-US" sz="1800" dirty="0" err="1"/>
              <a:t>Etiam</a:t>
            </a:r>
            <a:r>
              <a:rPr lang="en-US" sz="1800" dirty="0"/>
              <a:t> vel nunc sit </a:t>
            </a:r>
            <a:r>
              <a:rPr lang="en-US" sz="1800" dirty="0" err="1"/>
              <a:t>amet</a:t>
            </a:r>
            <a:r>
              <a:rPr lang="en-US" sz="1800" dirty="0"/>
              <a:t> dolor </a:t>
            </a:r>
            <a:r>
              <a:rPr lang="en-US" sz="1800" dirty="0" err="1"/>
              <a:t>pretium</a:t>
            </a:r>
            <a:r>
              <a:rPr lang="en-US" sz="1800" dirty="0"/>
              <a:t> </a:t>
            </a:r>
            <a:r>
              <a:rPr lang="en-US" sz="1800" dirty="0" err="1"/>
              <a:t>varius</a:t>
            </a:r>
            <a:r>
              <a:rPr lang="en-US" sz="1800" dirty="0"/>
              <a:t> quis </a:t>
            </a:r>
            <a:r>
              <a:rPr lang="en-US" sz="1800" dirty="0" err="1"/>
              <a:t>tincidunt</a:t>
            </a:r>
            <a:r>
              <a:rPr lang="en-US" sz="1800" dirty="0"/>
              <a:t> dolor. </a:t>
            </a:r>
          </a:p>
          <a:p>
            <a:endParaRPr lang="en-US" sz="1800" dirty="0"/>
          </a:p>
          <a:p>
            <a:r>
              <a:rPr lang="en-US" sz="1800" dirty="0" err="1"/>
              <a:t>Etiam</a:t>
            </a:r>
            <a:r>
              <a:rPr lang="en-US" sz="1800" dirty="0"/>
              <a:t> vel nunc sit </a:t>
            </a:r>
            <a:r>
              <a:rPr lang="en-US" sz="1800" dirty="0" err="1"/>
              <a:t>amet</a:t>
            </a:r>
            <a:r>
              <a:rPr lang="en-US" sz="1800" dirty="0"/>
              <a:t> dolor </a:t>
            </a:r>
            <a:r>
              <a:rPr lang="en-US" sz="1800" dirty="0" err="1"/>
              <a:t>pretium</a:t>
            </a:r>
            <a:r>
              <a:rPr lang="en-US" sz="1800" dirty="0"/>
              <a:t> </a:t>
            </a:r>
            <a:r>
              <a:rPr lang="en-US" sz="1800" dirty="0" err="1"/>
              <a:t>varius</a:t>
            </a:r>
            <a:r>
              <a:rPr lang="en-US" sz="1800" dirty="0"/>
              <a:t> quis </a:t>
            </a:r>
            <a:r>
              <a:rPr lang="en-US" sz="1800" dirty="0" err="1"/>
              <a:t>tincidunt</a:t>
            </a:r>
            <a:r>
              <a:rPr lang="en-US" sz="1800" dirty="0"/>
              <a:t> dolor.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D87FE-A193-ABBF-4BC8-6898D31BD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>
                <a:solidFill>
                  <a:schemeClr val="bg1"/>
                </a:solidFill>
              </a:rPr>
              <a:t>17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88A40-2340-2335-A60C-91BC28CED54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© 2026 SailPoint Technologies, Inc. All rights reserved.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4A506DD-762B-E4F9-3825-F870B337C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7E6503-CBEF-F4E2-8D79-2F3818847CA7}"/>
              </a:ext>
            </a:extLst>
          </p:cNvPr>
          <p:cNvGrpSpPr>
            <a:grpSpLocks noChangeAspect="1"/>
          </p:cNvGrpSpPr>
          <p:nvPr/>
        </p:nvGrpSpPr>
        <p:grpSpPr>
          <a:xfrm>
            <a:off x="487819" y="2310759"/>
            <a:ext cx="229242" cy="228600"/>
            <a:chOff x="460924" y="2376556"/>
            <a:chExt cx="294450" cy="29362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1D44025-1B80-0023-90B0-D427FB897037}"/>
                </a:ext>
              </a:extLst>
            </p:cNvPr>
            <p:cNvSpPr/>
            <p:nvPr/>
          </p:nvSpPr>
          <p:spPr>
            <a:xfrm>
              <a:off x="460924" y="2376556"/>
              <a:ext cx="294450" cy="293625"/>
            </a:xfrm>
            <a:prstGeom prst="ellipse">
              <a:avLst/>
            </a:prstGeom>
            <a:gradFill flip="none" rotWithShape="1">
              <a:gsLst>
                <a:gs pos="6000">
                  <a:schemeClr val="tx1"/>
                </a:gs>
                <a:gs pos="69000">
                  <a:schemeClr val="accent3"/>
                </a:gs>
              </a:gsLst>
              <a:lin ang="16200000" scaled="1"/>
              <a:tileRect/>
            </a:gra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 dirty="0">
                <a:latin typeface="Poppins SemiBold" pitchFamily="2" charset="77"/>
                <a:cs typeface="Poppins SemiBold" pitchFamily="2" charset="77"/>
              </a:endParaRPr>
            </a:p>
          </p:txBody>
        </p:sp>
        <p:pic>
          <p:nvPicPr>
            <p:cNvPr id="15" name="Picture Placeholder 12" descr="Checkmark with solid fill">
              <a:extLst>
                <a:ext uri="{FF2B5EF4-FFF2-40B4-BE49-F238E27FC236}">
                  <a16:creationId xmlns:a16="http://schemas.microsoft.com/office/drawing/2014/main" id="{07620FED-CC3F-84E6-A01B-9A9D19D5AB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9389" b="9389"/>
            <a:stretch>
              <a:fillRect/>
            </a:stretch>
          </p:blipFill>
          <p:spPr>
            <a:xfrm>
              <a:off x="496188" y="2432432"/>
              <a:ext cx="223921" cy="181872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3ECCD2A-CA42-231A-5F85-E981BFD5D59A}"/>
              </a:ext>
            </a:extLst>
          </p:cNvPr>
          <p:cNvGrpSpPr>
            <a:grpSpLocks noChangeAspect="1"/>
          </p:cNvGrpSpPr>
          <p:nvPr/>
        </p:nvGrpSpPr>
        <p:grpSpPr>
          <a:xfrm>
            <a:off x="487819" y="3227480"/>
            <a:ext cx="229242" cy="228600"/>
            <a:chOff x="460924" y="2376556"/>
            <a:chExt cx="294450" cy="29362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7214745-7637-88D3-774D-411BB32D4E77}"/>
                </a:ext>
              </a:extLst>
            </p:cNvPr>
            <p:cNvSpPr/>
            <p:nvPr/>
          </p:nvSpPr>
          <p:spPr>
            <a:xfrm>
              <a:off x="460924" y="2376556"/>
              <a:ext cx="294450" cy="293625"/>
            </a:xfrm>
            <a:prstGeom prst="ellipse">
              <a:avLst/>
            </a:prstGeom>
            <a:gradFill flip="none" rotWithShape="1">
              <a:gsLst>
                <a:gs pos="6000">
                  <a:schemeClr val="tx1"/>
                </a:gs>
                <a:gs pos="69000">
                  <a:schemeClr val="accent3"/>
                </a:gs>
              </a:gsLst>
              <a:lin ang="16200000" scaled="1"/>
              <a:tileRect/>
            </a:gra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 dirty="0">
                <a:latin typeface="Poppins SemiBold" pitchFamily="2" charset="77"/>
                <a:cs typeface="Poppins SemiBold" pitchFamily="2" charset="77"/>
              </a:endParaRPr>
            </a:p>
          </p:txBody>
        </p:sp>
        <p:pic>
          <p:nvPicPr>
            <p:cNvPr id="19" name="Picture Placeholder 12" descr="Checkmark with solid fill">
              <a:extLst>
                <a:ext uri="{FF2B5EF4-FFF2-40B4-BE49-F238E27FC236}">
                  <a16:creationId xmlns:a16="http://schemas.microsoft.com/office/drawing/2014/main" id="{E144CE65-7046-8A5D-1C2E-BCD6EBC3CB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9389" b="9389"/>
            <a:stretch>
              <a:fillRect/>
            </a:stretch>
          </p:blipFill>
          <p:spPr>
            <a:xfrm>
              <a:off x="496188" y="2432432"/>
              <a:ext cx="223921" cy="181872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8534321-F2BB-A386-37C5-6E646AF14DD2}"/>
              </a:ext>
            </a:extLst>
          </p:cNvPr>
          <p:cNvGrpSpPr>
            <a:grpSpLocks noChangeAspect="1"/>
          </p:cNvGrpSpPr>
          <p:nvPr/>
        </p:nvGrpSpPr>
        <p:grpSpPr>
          <a:xfrm>
            <a:off x="487819" y="4144983"/>
            <a:ext cx="229242" cy="228600"/>
            <a:chOff x="460924" y="2376556"/>
            <a:chExt cx="294450" cy="293625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7A4A199-190E-F25A-FA7A-FE50D8B71FA4}"/>
                </a:ext>
              </a:extLst>
            </p:cNvPr>
            <p:cNvSpPr/>
            <p:nvPr/>
          </p:nvSpPr>
          <p:spPr>
            <a:xfrm>
              <a:off x="460924" y="2376556"/>
              <a:ext cx="294450" cy="293625"/>
            </a:xfrm>
            <a:prstGeom prst="ellipse">
              <a:avLst/>
            </a:prstGeom>
            <a:gradFill flip="none" rotWithShape="1">
              <a:gsLst>
                <a:gs pos="6000">
                  <a:schemeClr val="tx1"/>
                </a:gs>
                <a:gs pos="69000">
                  <a:schemeClr val="accent3"/>
                </a:gs>
              </a:gsLst>
              <a:lin ang="16200000" scaled="1"/>
              <a:tileRect/>
            </a:gra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 dirty="0">
                <a:latin typeface="Poppins SemiBold" pitchFamily="2" charset="77"/>
                <a:cs typeface="Poppins SemiBold" pitchFamily="2" charset="77"/>
              </a:endParaRPr>
            </a:p>
          </p:txBody>
        </p:sp>
        <p:pic>
          <p:nvPicPr>
            <p:cNvPr id="22" name="Picture Placeholder 12" descr="Checkmark with solid fill">
              <a:extLst>
                <a:ext uri="{FF2B5EF4-FFF2-40B4-BE49-F238E27FC236}">
                  <a16:creationId xmlns:a16="http://schemas.microsoft.com/office/drawing/2014/main" id="{A067DA14-05C3-82F2-1CAA-34F181BB958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9389" b="9389"/>
            <a:stretch>
              <a:fillRect/>
            </a:stretch>
          </p:blipFill>
          <p:spPr>
            <a:xfrm>
              <a:off x="496188" y="2432432"/>
              <a:ext cx="223921" cy="181872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8AF105A-67C4-D92D-E61A-1C381DF7D025}"/>
              </a:ext>
            </a:extLst>
          </p:cNvPr>
          <p:cNvGrpSpPr>
            <a:grpSpLocks noChangeAspect="1"/>
          </p:cNvGrpSpPr>
          <p:nvPr/>
        </p:nvGrpSpPr>
        <p:grpSpPr>
          <a:xfrm>
            <a:off x="487819" y="5048843"/>
            <a:ext cx="229242" cy="228600"/>
            <a:chOff x="460924" y="2376556"/>
            <a:chExt cx="294450" cy="293625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53D7AF9-6F10-5A4E-03AF-D270FA14F694}"/>
                </a:ext>
              </a:extLst>
            </p:cNvPr>
            <p:cNvSpPr/>
            <p:nvPr/>
          </p:nvSpPr>
          <p:spPr>
            <a:xfrm>
              <a:off x="460924" y="2376556"/>
              <a:ext cx="294450" cy="293625"/>
            </a:xfrm>
            <a:prstGeom prst="ellipse">
              <a:avLst/>
            </a:prstGeom>
            <a:gradFill flip="none" rotWithShape="1">
              <a:gsLst>
                <a:gs pos="6000">
                  <a:schemeClr val="tx1"/>
                </a:gs>
                <a:gs pos="69000">
                  <a:schemeClr val="accent3"/>
                </a:gs>
              </a:gsLst>
              <a:lin ang="16200000" scaled="1"/>
              <a:tileRect/>
            </a:gra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 dirty="0">
                <a:latin typeface="Poppins SemiBold" pitchFamily="2" charset="77"/>
                <a:cs typeface="Poppins SemiBold" pitchFamily="2" charset="77"/>
              </a:endParaRPr>
            </a:p>
          </p:txBody>
        </p:sp>
        <p:pic>
          <p:nvPicPr>
            <p:cNvPr id="25" name="Picture Placeholder 12" descr="Checkmark with solid fill">
              <a:extLst>
                <a:ext uri="{FF2B5EF4-FFF2-40B4-BE49-F238E27FC236}">
                  <a16:creationId xmlns:a16="http://schemas.microsoft.com/office/drawing/2014/main" id="{BA613A55-3B62-0CA5-56FC-7FDBE6B213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9389" b="9389"/>
            <a:stretch>
              <a:fillRect/>
            </a:stretch>
          </p:blipFill>
          <p:spPr>
            <a:xfrm>
              <a:off x="496188" y="2432432"/>
              <a:ext cx="223921" cy="1818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4231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1B72F-ED42-4849-AE96-D0FE1E28E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C2622-0262-BA49-B77B-D5F38B1E916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en-US"/>
              <a:t>© 2026 SailPoint Technologies, Inc. All rights reserved.</a:t>
            </a:r>
            <a:endParaRPr lang="en-US" alt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4048EA-CA1D-4542-89D2-273A31DCE06E}"/>
              </a:ext>
            </a:extLst>
          </p:cNvPr>
          <p:cNvSpPr>
            <a:spLocks noGrp="1"/>
          </p:cNvSpPr>
          <p:nvPr>
            <p:ph sz="half" idx="17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Donec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. Sed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Duis </a:t>
            </a:r>
            <a:r>
              <a:rPr lang="en-US" err="1"/>
              <a:t>rhoncus</a:t>
            </a:r>
            <a:r>
              <a:rPr lang="en-US"/>
              <a:t> ante sed </a:t>
            </a:r>
            <a:r>
              <a:rPr lang="en-US" err="1"/>
              <a:t>placerat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Fusce</a:t>
            </a:r>
            <a:r>
              <a:rPr lang="en-US"/>
              <a:t> dictum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3E54C1-27AD-5942-88F6-9B2D16ACD122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facilisis</a:t>
            </a:r>
            <a:endParaRPr lang="en-US"/>
          </a:p>
        </p:txBody>
      </p:sp>
      <p:pic>
        <p:nvPicPr>
          <p:cNvPr id="29" name="Graphic 28" descr="Arrow">
            <a:extLst>
              <a:ext uri="{FF2B5EF4-FFF2-40B4-BE49-F238E27FC236}">
                <a16:creationId xmlns:a16="http://schemas.microsoft.com/office/drawing/2014/main" id="{BAF88B38-164A-C244-8071-DD7E991328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70237" y="1514560"/>
            <a:ext cx="570093" cy="570093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7974FA-5C16-7A43-B160-F2520154F9D6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Donec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. Sed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Duis </a:t>
            </a:r>
            <a:r>
              <a:rPr lang="en-US" err="1"/>
              <a:t>rhoncus</a:t>
            </a:r>
            <a:r>
              <a:rPr lang="en-US"/>
              <a:t> ante sed </a:t>
            </a:r>
            <a:r>
              <a:rPr lang="en-US" err="1"/>
              <a:t>placerat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Fusce</a:t>
            </a:r>
            <a:r>
              <a:rPr lang="en-US"/>
              <a:t> dictum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A399E4-3DA2-7A45-A856-B38AF481DDF0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facilisis</a:t>
            </a:r>
            <a:endParaRPr lang="en-US"/>
          </a:p>
        </p:txBody>
      </p:sp>
      <p:pic>
        <p:nvPicPr>
          <p:cNvPr id="43" name="Graphic 42" descr="Eye">
            <a:extLst>
              <a:ext uri="{FF2B5EF4-FFF2-40B4-BE49-F238E27FC236}">
                <a16:creationId xmlns:a16="http://schemas.microsoft.com/office/drawing/2014/main" id="{67680F71-7F2B-CB46-8200-83580B6D1E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0953" y="1514559"/>
            <a:ext cx="570094" cy="5700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5D0C9-5785-B241-BE84-26D206325D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Donec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. Sed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Duis </a:t>
            </a:r>
            <a:r>
              <a:rPr lang="en-US" err="1"/>
              <a:t>rhoncus</a:t>
            </a:r>
            <a:r>
              <a:rPr lang="en-US"/>
              <a:t> ante sed </a:t>
            </a:r>
            <a:r>
              <a:rPr lang="en-US" err="1"/>
              <a:t>placerat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Fusce</a:t>
            </a:r>
            <a:r>
              <a:rPr lang="en-US"/>
              <a:t> dictum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F12E6C-8379-DF48-B471-C94198E5D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facilisis</a:t>
            </a:r>
            <a:endParaRPr lang="en-US"/>
          </a:p>
        </p:txBody>
      </p:sp>
      <p:pic>
        <p:nvPicPr>
          <p:cNvPr id="33" name="Graphic 32" descr="Boxes">
            <a:extLst>
              <a:ext uri="{FF2B5EF4-FFF2-40B4-BE49-F238E27FC236}">
                <a16:creationId xmlns:a16="http://schemas.microsoft.com/office/drawing/2014/main" id="{BD1D8EA2-E607-AD4F-A4B3-D1C209B498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51670" y="1514560"/>
            <a:ext cx="570093" cy="570093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D83E916-32D4-C543-BAF1-48592FA21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column</a:t>
            </a:r>
          </a:p>
        </p:txBody>
      </p:sp>
    </p:spTree>
    <p:extLst>
      <p:ext uri="{BB962C8B-B14F-4D97-AF65-F5344CB8AC3E}">
        <p14:creationId xmlns:p14="http://schemas.microsoft.com/office/powerpoint/2010/main" val="72171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3B4F1-F113-E344-B504-0596A0488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B8DB4FC-7024-2643-80F9-43DE609613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© 2026 SailPoint Technologies, Inc. All rights reserved.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8A75AC97-C391-8645-8DBD-9084AB281E88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6864826" y="2297485"/>
          <a:ext cx="4271748" cy="319357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35874">
                  <a:extLst>
                    <a:ext uri="{9D8B030D-6E8A-4147-A177-3AD203B41FA5}">
                      <a16:colId xmlns:a16="http://schemas.microsoft.com/office/drawing/2014/main" val="1710177220"/>
                    </a:ext>
                  </a:extLst>
                </a:gridCol>
                <a:gridCol w="2135874">
                  <a:extLst>
                    <a:ext uri="{9D8B030D-6E8A-4147-A177-3AD203B41FA5}">
                      <a16:colId xmlns:a16="http://schemas.microsoft.com/office/drawing/2014/main" val="471493926"/>
                    </a:ext>
                  </a:extLst>
                </a:gridCol>
              </a:tblGrid>
              <a:tr h="399197">
                <a:tc>
                  <a:txBody>
                    <a:bodyPr/>
                    <a:lstStyle/>
                    <a:p>
                      <a:r>
                        <a:rPr lang="en-US" sz="1400" b="1" i="0">
                          <a:latin typeface="Poppins SemiBold" pitchFamily="2" charset="77"/>
                          <a:cs typeface="Poppins SemiBold" pitchFamily="2" charset="77"/>
                        </a:rPr>
                        <a:t>Column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latin typeface="Poppins SemiBold" pitchFamily="2" charset="77"/>
                          <a:cs typeface="Poppins SemiBold" pitchFamily="2" charset="77"/>
                        </a:rPr>
                        <a:t>Column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2021639"/>
                  </a:ext>
                </a:extLst>
              </a:tr>
              <a:tr h="399197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6"/>
                          </a:solidFill>
                          <a:latin typeface="Poppins" pitchFamily="2" charset="77"/>
                          <a:cs typeface="Poppins" pitchFamily="2" charset="77"/>
                        </a:rPr>
                        <a:t>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6"/>
                          </a:solidFill>
                          <a:latin typeface="Poppins" pitchFamily="2" charset="77"/>
                          <a:cs typeface="Poppins" pitchFamily="2" charset="77"/>
                        </a:rPr>
                        <a:t>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8374869"/>
                  </a:ext>
                </a:extLst>
              </a:tr>
              <a:tr h="399197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6"/>
                          </a:solidFill>
                          <a:latin typeface="Poppins" pitchFamily="2" charset="77"/>
                          <a:cs typeface="Poppins" pitchFamily="2" charset="77"/>
                        </a:rPr>
                        <a:t>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6"/>
                          </a:solidFill>
                          <a:latin typeface="Poppins" pitchFamily="2" charset="77"/>
                          <a:cs typeface="Poppins" pitchFamily="2" charset="77"/>
                        </a:rPr>
                        <a:t>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9793737"/>
                  </a:ext>
                </a:extLst>
              </a:tr>
              <a:tr h="399197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6"/>
                          </a:solidFill>
                          <a:latin typeface="Poppins" pitchFamily="2" charset="77"/>
                          <a:cs typeface="Poppins" pitchFamily="2" charset="77"/>
                        </a:rPr>
                        <a:t>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6"/>
                          </a:solidFill>
                          <a:latin typeface="Poppins" pitchFamily="2" charset="77"/>
                          <a:cs typeface="Poppins" pitchFamily="2" charset="77"/>
                        </a:rPr>
                        <a:t>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4898311"/>
                  </a:ext>
                </a:extLst>
              </a:tr>
              <a:tr h="399197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6"/>
                          </a:solidFill>
                          <a:latin typeface="Poppins" pitchFamily="2" charset="77"/>
                          <a:cs typeface="Poppins" pitchFamily="2" charset="77"/>
                        </a:rPr>
                        <a:t>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6"/>
                          </a:solidFill>
                          <a:latin typeface="Poppins" pitchFamily="2" charset="77"/>
                          <a:cs typeface="Poppins" pitchFamily="2" charset="77"/>
                        </a:rPr>
                        <a:t>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5808908"/>
                  </a:ext>
                </a:extLst>
              </a:tr>
              <a:tr h="399197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6"/>
                          </a:solidFill>
                          <a:latin typeface="Poppins" pitchFamily="2" charset="77"/>
                          <a:cs typeface="Poppins" pitchFamily="2" charset="77"/>
                        </a:rPr>
                        <a:t>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6"/>
                          </a:solidFill>
                          <a:latin typeface="Poppins" pitchFamily="2" charset="77"/>
                          <a:cs typeface="Poppins" pitchFamily="2" charset="77"/>
                        </a:rPr>
                        <a:t>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668102"/>
                  </a:ext>
                </a:extLst>
              </a:tr>
              <a:tr h="399197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6"/>
                          </a:solidFill>
                          <a:latin typeface="Poppins" pitchFamily="2" charset="77"/>
                          <a:cs typeface="Poppins" pitchFamily="2" charset="77"/>
                        </a:rPr>
                        <a:t>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6"/>
                          </a:solidFill>
                          <a:latin typeface="Poppins" pitchFamily="2" charset="77"/>
                          <a:cs typeface="Poppins" pitchFamily="2" charset="77"/>
                        </a:rPr>
                        <a:t>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744811"/>
                  </a:ext>
                </a:extLst>
              </a:tr>
              <a:tr h="399197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6"/>
                          </a:solidFill>
                          <a:latin typeface="Poppins" pitchFamily="2" charset="77"/>
                          <a:cs typeface="Poppins" pitchFamily="2" charset="77"/>
                        </a:rPr>
                        <a:t>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6"/>
                          </a:solidFill>
                          <a:latin typeface="Poppins" pitchFamily="2" charset="77"/>
                          <a:cs typeface="Poppins" pitchFamily="2" charset="77"/>
                        </a:rPr>
                        <a:t>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1830514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60E59-50FA-2B4B-802B-A866297F17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Duis at ante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 </a:t>
            </a:r>
            <a:r>
              <a:rPr lang="en-US" err="1"/>
              <a:t>dapibus</a:t>
            </a:r>
            <a:r>
              <a:rPr lang="en-US"/>
              <a:t>. Sed </a:t>
            </a:r>
            <a:r>
              <a:rPr lang="en-US" err="1"/>
              <a:t>nunc</a:t>
            </a:r>
            <a:r>
              <a:rPr lang="en-US"/>
              <a:t> ex, </a:t>
            </a:r>
            <a:r>
              <a:rPr lang="en-US" err="1"/>
              <a:t>facilisis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,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ante. 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. Nunc </a:t>
            </a:r>
            <a:r>
              <a:rPr lang="en-US" err="1"/>
              <a:t>porttitor</a:t>
            </a:r>
            <a:r>
              <a:rPr lang="en-US"/>
              <a:t> ex </a:t>
            </a:r>
            <a:r>
              <a:rPr lang="en-US" err="1"/>
              <a:t>eget</a:t>
            </a:r>
            <a:r>
              <a:rPr lang="en-US"/>
              <a:t> eros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porttitor</a:t>
            </a:r>
            <a:r>
              <a:rPr lang="en-US"/>
              <a:t>. 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9FCC57-5E32-5C43-B0DC-7C810B89C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content example</a:t>
            </a:r>
          </a:p>
        </p:txBody>
      </p:sp>
    </p:spTree>
    <p:extLst>
      <p:ext uri="{BB962C8B-B14F-4D97-AF65-F5344CB8AC3E}">
        <p14:creationId xmlns:p14="http://schemas.microsoft.com/office/powerpoint/2010/main" val="2027789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E4ECA5-40E4-F242-8B80-0C8B7CA5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t>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3ED212-0B41-544F-99C2-4809205A7D4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© 2026 SailPoint Technologies, Inc. All rights reserved.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5" name="Chart 4" descr="Chart Example">
            <a:extLst>
              <a:ext uri="{FF2B5EF4-FFF2-40B4-BE49-F238E27FC236}">
                <a16:creationId xmlns:a16="http://schemas.microsoft.com/office/drawing/2014/main" id="{B79B76D3-5ACC-C745-B952-4D752FB7974E}"/>
              </a:ext>
            </a:extLst>
          </p:cNvPr>
          <p:cNvGraphicFramePr/>
          <p:nvPr/>
        </p:nvGraphicFramePr>
        <p:xfrm>
          <a:off x="518615" y="1446663"/>
          <a:ext cx="11150221" cy="46916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AA4E889-2E77-5243-AEDA-CF6266F0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Chart example</a:t>
            </a:r>
          </a:p>
        </p:txBody>
      </p:sp>
    </p:spTree>
    <p:extLst>
      <p:ext uri="{BB962C8B-B14F-4D97-AF65-F5344CB8AC3E}">
        <p14:creationId xmlns:p14="http://schemas.microsoft.com/office/powerpoint/2010/main" val="3899236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D957371-71FF-DD4E-8546-DED3A7EA8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1B1CC16-C427-9B4F-A8D4-AE9AB88A309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en-US"/>
              <a:t>© 2026 SailPoint Technologies, Inc. All rights reserved.</a:t>
            </a:r>
            <a:endParaRPr lang="en-US" alt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52BAB-114F-9D4D-BFD2-917434925FA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porttitor</a:t>
            </a:r>
            <a:r>
              <a:rPr lang="en-US"/>
              <a:t> sem. </a:t>
            </a:r>
            <a:r>
              <a:rPr lang="en-US" err="1"/>
              <a:t>Etiam</a:t>
            </a:r>
            <a:r>
              <a:rPr lang="en-US"/>
              <a:t> vel </a:t>
            </a:r>
            <a:r>
              <a:rPr lang="en-US" err="1"/>
              <a:t>nunc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dolor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dolor. </a:t>
            </a:r>
            <a:r>
              <a:rPr lang="en-US" err="1"/>
              <a:t>Suspendisse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lorem non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condimentum</a:t>
            </a:r>
            <a:r>
              <a:rPr lang="en-US"/>
              <a:t> convallis. 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1AC345-F92C-F647-88A7-6A0894D26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0" err="1"/>
              <a:t>Pellentesque</a:t>
            </a:r>
            <a:r>
              <a:rPr lang="en-US" b="0"/>
              <a:t> et </a:t>
            </a:r>
            <a:r>
              <a:rPr lang="en-US" b="0" err="1"/>
              <a:t>metus</a:t>
            </a:r>
            <a:r>
              <a:rPr lang="en-US" b="0"/>
              <a:t> vel </a:t>
            </a:r>
            <a:r>
              <a:rPr lang="en-US" b="0" err="1"/>
              <a:t>tellus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BE66C-0B5D-C44E-8FDE-602CCD2C4FE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porttitor</a:t>
            </a:r>
            <a:r>
              <a:rPr lang="en-US"/>
              <a:t> sem. </a:t>
            </a:r>
            <a:r>
              <a:rPr lang="en-US" err="1"/>
              <a:t>Etiam</a:t>
            </a:r>
            <a:r>
              <a:rPr lang="en-US"/>
              <a:t> vel </a:t>
            </a:r>
            <a:r>
              <a:rPr lang="en-US" err="1"/>
              <a:t>nunc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dolor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dolor. </a:t>
            </a:r>
            <a:r>
              <a:rPr lang="en-US" err="1"/>
              <a:t>Suspendisse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lorem non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condimentum</a:t>
            </a:r>
            <a:r>
              <a:rPr lang="en-US"/>
              <a:t> convallis. 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E8F6F-AE0A-FA4E-8406-9FD0D775C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err="1"/>
              <a:t>Pellentesque</a:t>
            </a:r>
            <a:r>
              <a:rPr lang="en-US" b="0"/>
              <a:t> et </a:t>
            </a:r>
            <a:r>
              <a:rPr lang="en-US" b="0" err="1"/>
              <a:t>metus</a:t>
            </a:r>
            <a:r>
              <a:rPr lang="en-US" b="0"/>
              <a:t> vel </a:t>
            </a:r>
            <a:r>
              <a:rPr lang="en-US" b="0" err="1"/>
              <a:t>tellus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3245CB-0311-EC47-8932-022581E81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470433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68B097-3608-DE41-8970-9BF123DA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C33170E-F76A-F24F-9F83-B145443EDCB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en-US"/>
              <a:t>© 2026 SailPoint Technologies, Inc. All rights reserved.</a:t>
            </a:r>
            <a:endParaRPr lang="en-US" altLang="en-US" dirty="0"/>
          </a:p>
        </p:txBody>
      </p:sp>
      <p:graphicFrame>
        <p:nvGraphicFramePr>
          <p:cNvPr id="8" name="Content Placeholder 7" descr="Donut Chart Example">
            <a:extLst>
              <a:ext uri="{FF2B5EF4-FFF2-40B4-BE49-F238E27FC236}">
                <a16:creationId xmlns:a16="http://schemas.microsoft.com/office/drawing/2014/main" id="{9C374026-B46D-344D-8461-286951F6658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83188" y="792163"/>
          <a:ext cx="6653212" cy="50688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101EC9D-6345-0A47-B7AC-EE048C9E5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Integer et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, at </a:t>
            </a:r>
            <a:r>
              <a:rPr lang="en-US" err="1"/>
              <a:t>vulput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. Ut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, vitae </a:t>
            </a:r>
            <a:r>
              <a:rPr lang="en-US" err="1"/>
              <a:t>rhoncus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, </a:t>
            </a:r>
            <a:r>
              <a:rPr lang="en-US" err="1"/>
              <a:t>metus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dapibus</a:t>
            </a:r>
            <a:r>
              <a:rPr lang="en-US"/>
              <a:t>, libero </a:t>
            </a:r>
            <a:r>
              <a:rPr lang="en-US" err="1"/>
              <a:t>metus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, vel pharetra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0B794AB-5E89-B247-A816-65DA13F1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Donut chart example</a:t>
            </a:r>
          </a:p>
        </p:txBody>
      </p:sp>
    </p:spTree>
    <p:extLst>
      <p:ext uri="{BB962C8B-B14F-4D97-AF65-F5344CB8AC3E}">
        <p14:creationId xmlns:p14="http://schemas.microsoft.com/office/powerpoint/2010/main" val="4204699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FBC20A-2A9E-A143-8C7B-245638A0E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2B9B0A-4864-DB41-9CC1-8C30E855BB6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en-US"/>
              <a:t>© 2026 SailPoint Technologies, Inc. All rights reserved.</a:t>
            </a:r>
            <a:endParaRPr lang="en-US" alt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FBA5285-74B8-964D-B303-26AAD083D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68229" y="3659922"/>
            <a:ext cx="4503019" cy="1710838"/>
          </a:xfrm>
          <a:prstGeom prst="roundRect">
            <a:avLst>
              <a:gd name="adj" fmla="val 1274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7" name="Graphic 6" descr="SailPoint">
            <a:extLst>
              <a:ext uri="{FF2B5EF4-FFF2-40B4-BE49-F238E27FC236}">
                <a16:creationId xmlns:a16="http://schemas.microsoft.com/office/drawing/2014/main" id="{A8486488-6ECC-534B-AA6C-31EB595FD6FD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56559" y="3747245"/>
            <a:ext cx="4326358" cy="1536192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681F304-0743-6A4C-8A23-E816A9955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68230" y="1487240"/>
            <a:ext cx="4503019" cy="1710838"/>
          </a:xfrm>
          <a:prstGeom prst="roundRect">
            <a:avLst>
              <a:gd name="adj" fmla="val 12743"/>
            </a:avLst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F087D4CA-0C69-1949-8680-175340355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Logos</a:t>
            </a:r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44EC3726-530A-2D8F-EB25-07905BDC3C0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1104" y="1796808"/>
            <a:ext cx="3697268" cy="105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729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4764DD-D939-ED42-98CE-D918697F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t>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E4DFA-BBB2-6B44-A5C9-71A24B0B8C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© 2026 SailPoint Technologies, Inc. All rights reserved.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141BE7-5DDD-5D40-87D9-D7AD51A17D7A}"/>
              </a:ext>
            </a:extLst>
          </p:cNvPr>
          <p:cNvSpPr/>
          <p:nvPr/>
        </p:nvSpPr>
        <p:spPr>
          <a:xfrm>
            <a:off x="8242722" y="5261406"/>
            <a:ext cx="12315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Neon Green</a:t>
            </a:r>
          </a:p>
          <a:p>
            <a:r>
              <a:rPr lang="en-US" sz="800">
                <a:solidFill>
                  <a:schemeClr val="tx2"/>
                </a:solidFill>
              </a:rPr>
              <a:t>RGB 147 213 0</a:t>
            </a:r>
          </a:p>
          <a:p>
            <a:r>
              <a:rPr lang="en-US" sz="800">
                <a:solidFill>
                  <a:schemeClr val="tx2"/>
                </a:solidFill>
              </a:rPr>
              <a:t>Hex #93d500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FDB4F4-8FE7-2140-A5CA-4BDBB756F989}"/>
              </a:ext>
            </a:extLst>
          </p:cNvPr>
          <p:cNvSpPr/>
          <p:nvPr/>
        </p:nvSpPr>
        <p:spPr>
          <a:xfrm>
            <a:off x="7226166" y="5261684"/>
            <a:ext cx="12315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Light Gray</a:t>
            </a:r>
          </a:p>
          <a:p>
            <a:r>
              <a:rPr lang="en-US" sz="800">
                <a:solidFill>
                  <a:schemeClr val="tx2"/>
                </a:solidFill>
              </a:rPr>
              <a:t>RGB 218 225 233</a:t>
            </a:r>
            <a:br>
              <a:rPr lang="en-US" sz="800">
                <a:solidFill>
                  <a:schemeClr val="tx2"/>
                </a:solidFill>
              </a:rPr>
            </a:br>
            <a:r>
              <a:rPr lang="en-US" sz="800">
                <a:solidFill>
                  <a:schemeClr val="tx2"/>
                </a:solidFill>
              </a:rPr>
              <a:t>Hex #dae1e9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BB2BB9-22B7-DE42-8223-580DBAA1EBE2}"/>
              </a:ext>
            </a:extLst>
          </p:cNvPr>
          <p:cNvSpPr/>
          <p:nvPr/>
        </p:nvSpPr>
        <p:spPr>
          <a:xfrm>
            <a:off x="6252838" y="5261684"/>
            <a:ext cx="12130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Dark Gray </a:t>
            </a:r>
            <a:br>
              <a:rPr lang="en-US" sz="800">
                <a:solidFill>
                  <a:schemeClr val="tx2"/>
                </a:solidFill>
              </a:rPr>
            </a:br>
            <a:r>
              <a:rPr lang="en-US" sz="800">
                <a:solidFill>
                  <a:schemeClr val="tx2"/>
                </a:solidFill>
              </a:rPr>
              <a:t>RGB 65 83 100</a:t>
            </a:r>
          </a:p>
          <a:p>
            <a:r>
              <a:rPr lang="en-US" sz="800">
                <a:solidFill>
                  <a:schemeClr val="tx2"/>
                </a:solidFill>
              </a:rPr>
              <a:t>Hex #415364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5455BE-6A9A-614D-BD5A-A3DE1EBAB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80134" y="4241755"/>
            <a:ext cx="1005840" cy="914400"/>
          </a:xfrm>
          <a:prstGeom prst="rect">
            <a:avLst/>
          </a:prstGeom>
          <a:solidFill>
            <a:srgbClr val="4C53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3AE54A-3118-0E40-A490-E76C43DD8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68955" y="4241755"/>
            <a:ext cx="1005840" cy="914400"/>
          </a:xfrm>
          <a:prstGeom prst="rect">
            <a:avLst/>
          </a:prstGeom>
          <a:solidFill>
            <a:srgbClr val="DAE1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041C7B-9DD2-0543-9357-51530BAB5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0018" y="4241477"/>
            <a:ext cx="1005840" cy="914400"/>
          </a:xfrm>
          <a:prstGeom prst="rect">
            <a:avLst/>
          </a:prstGeom>
          <a:solidFill>
            <a:srgbClr val="93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87FD20A-1852-9C48-8452-05B1CD641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271387" y="3978129"/>
            <a:ext cx="7223760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8A6AEFD-9C23-D143-B009-896711329967}"/>
              </a:ext>
            </a:extLst>
          </p:cNvPr>
          <p:cNvSpPr txBox="1"/>
          <p:nvPr/>
        </p:nvSpPr>
        <p:spPr>
          <a:xfrm>
            <a:off x="4220587" y="3716519"/>
            <a:ext cx="34399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2"/>
                </a:solidFill>
                <a:latin typeface="Poppins Medium" pitchFamily="2" charset="77"/>
                <a:cs typeface="Poppins Medium" pitchFamily="2" charset="77"/>
              </a:rPr>
              <a:t>SECONDARY</a:t>
            </a:r>
            <a:endParaRPr lang="en-US" sz="1000">
              <a:solidFill>
                <a:schemeClr val="tx2"/>
              </a:solidFill>
              <a:effectLst/>
              <a:latin typeface="Poppins Medium" pitchFamily="2" charset="77"/>
              <a:cs typeface="Poppins Medium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5C9BCC-F311-5E41-A324-35D661EB966C}"/>
              </a:ext>
            </a:extLst>
          </p:cNvPr>
          <p:cNvSpPr txBox="1"/>
          <p:nvPr/>
        </p:nvSpPr>
        <p:spPr>
          <a:xfrm>
            <a:off x="4271387" y="5261128"/>
            <a:ext cx="1327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Blue</a:t>
            </a:r>
            <a:br>
              <a:rPr lang="en-US" sz="800">
                <a:solidFill>
                  <a:schemeClr val="tx2"/>
                </a:solidFill>
              </a:rPr>
            </a:br>
            <a:r>
              <a:rPr lang="en-US" sz="800">
                <a:solidFill>
                  <a:schemeClr val="tx2"/>
                </a:solidFill>
              </a:rPr>
              <a:t>RGB 0 113 206</a:t>
            </a:r>
          </a:p>
          <a:p>
            <a:r>
              <a:rPr lang="en-US" sz="800">
                <a:solidFill>
                  <a:schemeClr val="tx2"/>
                </a:solidFill>
              </a:rPr>
              <a:t>Hex #0071ce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51C73E-C7D4-6240-9941-14A5A001C350}"/>
              </a:ext>
            </a:extLst>
          </p:cNvPr>
          <p:cNvSpPr/>
          <p:nvPr/>
        </p:nvSpPr>
        <p:spPr>
          <a:xfrm>
            <a:off x="7961222" y="2872562"/>
            <a:ext cx="15682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Cobalt</a:t>
            </a:r>
            <a:br>
              <a:rPr lang="en-US" sz="800" dirty="0">
                <a:solidFill>
                  <a:schemeClr val="tx2"/>
                </a:solidFill>
              </a:rPr>
            </a:br>
            <a:r>
              <a:rPr lang="en-US" sz="800" dirty="0">
                <a:solidFill>
                  <a:schemeClr val="tx2"/>
                </a:solidFill>
              </a:rPr>
              <a:t>RGB 0 51 161</a:t>
            </a:r>
          </a:p>
          <a:p>
            <a:r>
              <a:rPr lang="en-US" sz="800" dirty="0">
                <a:solidFill>
                  <a:schemeClr val="tx2"/>
                </a:solidFill>
              </a:rPr>
              <a:t>Hex #0033a1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22515F-9A97-3648-A5E2-181B9FECBBB2}"/>
              </a:ext>
            </a:extLst>
          </p:cNvPr>
          <p:cNvSpPr/>
          <p:nvPr/>
        </p:nvSpPr>
        <p:spPr>
          <a:xfrm>
            <a:off x="4220587" y="2872562"/>
            <a:ext cx="1418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White</a:t>
            </a:r>
          </a:p>
          <a:p>
            <a:r>
              <a:rPr lang="en-US" sz="800">
                <a:solidFill>
                  <a:schemeClr val="tx2"/>
                </a:solidFill>
              </a:rPr>
              <a:t>#FFFFFF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E16FAC-6AEC-7C4E-BD57-B61B6E0B7E8F}"/>
              </a:ext>
            </a:extLst>
          </p:cNvPr>
          <p:cNvSpPr/>
          <p:nvPr/>
        </p:nvSpPr>
        <p:spPr>
          <a:xfrm>
            <a:off x="5236282" y="5261406"/>
            <a:ext cx="12130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Aqua</a:t>
            </a:r>
            <a:br>
              <a:rPr lang="en-US" sz="800">
                <a:solidFill>
                  <a:schemeClr val="tx2"/>
                </a:solidFill>
              </a:rPr>
            </a:br>
            <a:r>
              <a:rPr lang="en-US" sz="800">
                <a:solidFill>
                  <a:schemeClr val="tx2"/>
                </a:solidFill>
              </a:rPr>
              <a:t>RGB 84 192 232</a:t>
            </a:r>
          </a:p>
          <a:p>
            <a:r>
              <a:rPr lang="en-US" sz="800">
                <a:solidFill>
                  <a:schemeClr val="tx2"/>
                </a:solidFill>
              </a:rPr>
              <a:t>Hex #54c0e8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444C7C-00DA-8E45-B92D-12C83BBFE4FB}"/>
              </a:ext>
            </a:extLst>
          </p:cNvPr>
          <p:cNvSpPr/>
          <p:nvPr/>
        </p:nvSpPr>
        <p:spPr>
          <a:xfrm>
            <a:off x="9421003" y="2872562"/>
            <a:ext cx="12130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Hot Pink </a:t>
            </a:r>
            <a:br>
              <a:rPr lang="en-US" sz="800" dirty="0">
                <a:solidFill>
                  <a:schemeClr val="tx2"/>
                </a:solidFill>
              </a:rPr>
            </a:br>
            <a:r>
              <a:rPr lang="en-US" sz="800" dirty="0">
                <a:solidFill>
                  <a:schemeClr val="tx2"/>
                </a:solidFill>
                <a:effectLst/>
              </a:rPr>
              <a:t>RGB 214 14 181</a:t>
            </a:r>
            <a:br>
              <a:rPr lang="en-US" sz="800" dirty="0">
                <a:solidFill>
                  <a:schemeClr val="tx2"/>
                </a:solidFill>
                <a:effectLst/>
              </a:rPr>
            </a:br>
            <a:r>
              <a:rPr lang="en-US" sz="800" dirty="0">
                <a:solidFill>
                  <a:schemeClr val="tx2"/>
                </a:solidFill>
                <a:effectLst/>
              </a:rPr>
              <a:t>Hex #d60eb5</a:t>
            </a:r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CE4DCE-92E7-2C41-9572-74696CF2A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88637" y="1854012"/>
            <a:ext cx="1005322" cy="914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77A074-90ED-2A44-9533-26BE2FE59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71387" y="4241199"/>
            <a:ext cx="1005840" cy="91440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3B2265-928A-494F-B726-9E9EE6D09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30017" y="1854012"/>
            <a:ext cx="1458620" cy="914400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DF15AA-9A9C-E443-A46B-D0078DF8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77227" y="4241477"/>
            <a:ext cx="1005840" cy="914400"/>
          </a:xfrm>
          <a:prstGeom prst="rect">
            <a:avLst/>
          </a:prstGeom>
          <a:solidFill>
            <a:srgbClr val="54C0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805A6B-8B11-BE4C-901D-33A3EED99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85397" y="1854012"/>
            <a:ext cx="22860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CFB6688-BB45-644D-B28E-95B6930CFC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271387" y="1590579"/>
            <a:ext cx="7223760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F78A0B6-D1B2-A848-8F97-F576E52BD346}"/>
              </a:ext>
            </a:extLst>
          </p:cNvPr>
          <p:cNvSpPr txBox="1"/>
          <p:nvPr/>
        </p:nvSpPr>
        <p:spPr>
          <a:xfrm>
            <a:off x="4220587" y="1328969"/>
            <a:ext cx="34399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2"/>
                </a:solidFill>
                <a:latin typeface="Poppins Medium" pitchFamily="2" charset="77"/>
                <a:cs typeface="Poppins Medium" pitchFamily="2" charset="77"/>
              </a:rPr>
              <a:t>PRIMARY</a:t>
            </a:r>
            <a:endParaRPr lang="en-US" sz="1000">
              <a:solidFill>
                <a:schemeClr val="tx2"/>
              </a:solidFill>
              <a:effectLst/>
              <a:latin typeface="Poppins Medium" pitchFamily="2" charset="77"/>
              <a:cs typeface="Poppins Medium" pitchFamily="2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CCFD43-36A9-9F4D-A8BC-3C471313881F}"/>
              </a:ext>
            </a:extLst>
          </p:cNvPr>
          <p:cNvSpPr txBox="1"/>
          <p:nvPr/>
        </p:nvSpPr>
        <p:spPr>
          <a:xfrm>
            <a:off x="406400" y="1287244"/>
            <a:ext cx="343993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White, black, cobalt, and hot pink are the primary colors for the SailPoint brand. These should be used in the approximate ratios shown.</a:t>
            </a:r>
          </a:p>
          <a:p>
            <a:endParaRPr lang="en-US" sz="1400" dirty="0">
              <a:solidFill>
                <a:schemeClr val="tx2"/>
              </a:solidFill>
            </a:endParaRPr>
          </a:p>
          <a:p>
            <a:r>
              <a:rPr lang="en-US" sz="1400" dirty="0">
                <a:solidFill>
                  <a:schemeClr val="tx2"/>
                </a:solidFill>
              </a:rPr>
              <a:t>Cobalt, white and dark gray are the colors used for copy and graphic elements. Hot pink and aqua should be used sparingly for a pop of color.</a:t>
            </a:r>
          </a:p>
          <a:p>
            <a:br>
              <a:rPr lang="en-US" sz="1400" dirty="0">
                <a:solidFill>
                  <a:schemeClr val="tx2"/>
                </a:solidFill>
              </a:rPr>
            </a:br>
            <a:r>
              <a:rPr lang="en-US" sz="1200" dirty="0">
                <a:solidFill>
                  <a:schemeClr val="tx2"/>
                </a:solidFill>
              </a:rPr>
              <a:t>Light gray should only be used for interface and backgrounds. Neon green should be used sparingly as further differentiating colors are needed in charts and graphics.</a:t>
            </a:r>
            <a:br>
              <a:rPr lang="en-US" sz="1200" dirty="0">
                <a:solidFill>
                  <a:schemeClr val="tx2"/>
                </a:solidFill>
              </a:rPr>
            </a:br>
            <a:br>
              <a:rPr lang="en-US" sz="1200" dirty="0">
                <a:solidFill>
                  <a:schemeClr val="tx2"/>
                </a:solidFill>
              </a:rPr>
            </a:br>
            <a:r>
              <a:rPr lang="en-US" sz="1200" dirty="0">
                <a:solidFill>
                  <a:schemeClr val="tx2"/>
                </a:solidFill>
              </a:rPr>
              <a:t>Please ensure any colors used have proper color contrast. For example, don’t use aqua text on a white background because that would be hard to read.</a:t>
            </a:r>
            <a:endParaRPr lang="en-US" sz="1200" b="0" dirty="0">
              <a:solidFill>
                <a:schemeClr val="tx2"/>
              </a:solidFill>
              <a:effectLst/>
            </a:endParaRPr>
          </a:p>
          <a:p>
            <a:br>
              <a:rPr lang="en-US" sz="1400" dirty="0">
                <a:solidFill>
                  <a:schemeClr val="tx2"/>
                </a:solidFill>
              </a:rPr>
            </a:b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568CAE-69CD-594B-A043-E19B3E0BE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Color palette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BAB04E-9D66-F3D9-880B-FE7E18B4CC7E}"/>
              </a:ext>
            </a:extLst>
          </p:cNvPr>
          <p:cNvSpPr/>
          <p:nvPr/>
        </p:nvSpPr>
        <p:spPr>
          <a:xfrm>
            <a:off x="6461778" y="2872562"/>
            <a:ext cx="15682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Black</a:t>
            </a:r>
            <a:br>
              <a:rPr lang="en-US" sz="800" b="1" dirty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</a:br>
            <a:r>
              <a:rPr lang="en-US" sz="800" dirty="0">
                <a:solidFill>
                  <a:schemeClr val="tx2"/>
                </a:solidFill>
              </a:rPr>
              <a:t>Hex #000000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D7143A-1176-95B2-E264-94B86308B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71397" y="1854012"/>
            <a:ext cx="146304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3CE6F8-B905-CB25-4BF0-F259BF20516B}"/>
              </a:ext>
            </a:extLst>
          </p:cNvPr>
          <p:cNvSpPr txBox="1"/>
          <p:nvPr/>
        </p:nvSpPr>
        <p:spPr>
          <a:xfrm>
            <a:off x="3609607" y="6306918"/>
            <a:ext cx="5023586" cy="274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accent6"/>
                </a:solidFill>
                <a:latin typeface="Poppins" pitchFamily="2" charset="77"/>
                <a:cs typeface="Poppins" pitchFamily="2" charset="77"/>
              </a:rPr>
              <a:t>For more color guidelines visit </a:t>
            </a:r>
            <a:r>
              <a:rPr lang="en-US" sz="1200" dirty="0">
                <a:solidFill>
                  <a:schemeClr val="accent6"/>
                </a:solidFill>
                <a:latin typeface="Poppins" pitchFamily="2" charset="77"/>
                <a:cs typeface="Poppins" pitchFamily="2" charset="77"/>
                <a:hlinkClick r:id="rId3"/>
              </a:rPr>
              <a:t>sailpoint.com/brand</a:t>
            </a:r>
            <a:endParaRPr lang="en-US" sz="1200" dirty="0">
              <a:solidFill>
                <a:schemeClr val="accent6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60820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54E56-16C8-85D9-D08C-D73C5D8D7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t>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43327-BC74-AF5D-2720-9C85E2D1D40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© 2026 SailPoint Technologies, Inc. All rights reserved.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pic>
        <p:nvPicPr>
          <p:cNvPr id="7" name="Graphic 6" descr="Access Cerification&#10;">
            <a:extLst>
              <a:ext uri="{FF2B5EF4-FFF2-40B4-BE49-F238E27FC236}">
                <a16:creationId xmlns:a16="http://schemas.microsoft.com/office/drawing/2014/main" id="{1C311F07-9FE1-1FF8-38E5-1B8B9331D0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3872" y="2021409"/>
            <a:ext cx="483982" cy="483982"/>
          </a:xfrm>
          <a:prstGeom prst="rect">
            <a:avLst/>
          </a:prstGeom>
        </p:spPr>
      </p:pic>
      <p:pic>
        <p:nvPicPr>
          <p:cNvPr id="15" name="Graphic 14" descr="Arrow">
            <a:extLst>
              <a:ext uri="{FF2B5EF4-FFF2-40B4-BE49-F238E27FC236}">
                <a16:creationId xmlns:a16="http://schemas.microsoft.com/office/drawing/2014/main" id="{293A2DB4-B17C-625D-98F1-E5214D8BA8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7840" y="2892699"/>
            <a:ext cx="483982" cy="483982"/>
          </a:xfrm>
          <a:prstGeom prst="rect">
            <a:avLst/>
          </a:prstGeom>
        </p:spPr>
      </p:pic>
      <p:pic>
        <p:nvPicPr>
          <p:cNvPr id="17" name="Graphic 16" descr="Big Data">
            <a:extLst>
              <a:ext uri="{FF2B5EF4-FFF2-40B4-BE49-F238E27FC236}">
                <a16:creationId xmlns:a16="http://schemas.microsoft.com/office/drawing/2014/main" id="{B35FB963-978C-14B4-3F49-2CBAF96DF1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71356" y="2892699"/>
            <a:ext cx="483982" cy="483982"/>
          </a:xfrm>
          <a:prstGeom prst="rect">
            <a:avLst/>
          </a:prstGeom>
        </p:spPr>
      </p:pic>
      <p:pic>
        <p:nvPicPr>
          <p:cNvPr id="19" name="Graphic 18" descr="Brochure">
            <a:extLst>
              <a:ext uri="{FF2B5EF4-FFF2-40B4-BE49-F238E27FC236}">
                <a16:creationId xmlns:a16="http://schemas.microsoft.com/office/drawing/2014/main" id="{534D8C79-A3D2-45B4-5D24-7F30F52CC2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98182" y="2021409"/>
            <a:ext cx="483982" cy="483982"/>
          </a:xfrm>
          <a:prstGeom prst="rect">
            <a:avLst/>
          </a:prstGeom>
        </p:spPr>
      </p:pic>
      <p:pic>
        <p:nvPicPr>
          <p:cNvPr id="21" name="Graphic 20" descr="Classification&#10;">
            <a:extLst>
              <a:ext uri="{FF2B5EF4-FFF2-40B4-BE49-F238E27FC236}">
                <a16:creationId xmlns:a16="http://schemas.microsoft.com/office/drawing/2014/main" id="{9EA134AB-02E0-45E4-2CE5-9CAB378660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88364" y="2021409"/>
            <a:ext cx="483982" cy="483982"/>
          </a:xfrm>
          <a:prstGeom prst="rect">
            <a:avLst/>
          </a:prstGeom>
        </p:spPr>
      </p:pic>
      <p:pic>
        <p:nvPicPr>
          <p:cNvPr id="23" name="Graphic 22" descr="Cloud Access Management&#10;">
            <a:extLst>
              <a:ext uri="{FF2B5EF4-FFF2-40B4-BE49-F238E27FC236}">
                <a16:creationId xmlns:a16="http://schemas.microsoft.com/office/drawing/2014/main" id="{AB7C913C-DBE8-0655-CDA1-84C79A7D27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7555" y="2021409"/>
            <a:ext cx="483982" cy="483982"/>
          </a:xfrm>
          <a:prstGeom prst="rect">
            <a:avLst/>
          </a:prstGeom>
        </p:spPr>
      </p:pic>
      <p:pic>
        <p:nvPicPr>
          <p:cNvPr id="25" name="Graphic 24" descr="Cloud">
            <a:extLst>
              <a:ext uri="{FF2B5EF4-FFF2-40B4-BE49-F238E27FC236}">
                <a16:creationId xmlns:a16="http://schemas.microsoft.com/office/drawing/2014/main" id="{1FB06EB4-20CF-FA18-B2B4-8DD0A422AF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59560" y="2021409"/>
            <a:ext cx="483982" cy="483982"/>
          </a:xfrm>
          <a:prstGeom prst="rect">
            <a:avLst/>
          </a:prstGeom>
        </p:spPr>
      </p:pic>
      <p:pic>
        <p:nvPicPr>
          <p:cNvPr id="27" name="Graphic 26" descr="Cog">
            <a:extLst>
              <a:ext uri="{FF2B5EF4-FFF2-40B4-BE49-F238E27FC236}">
                <a16:creationId xmlns:a16="http://schemas.microsoft.com/office/drawing/2014/main" id="{6EA9C793-3B8E-8B35-C5E5-FF52EB8AE1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59560" y="2892699"/>
            <a:ext cx="483982" cy="483982"/>
          </a:xfrm>
          <a:prstGeom prst="rect">
            <a:avLst/>
          </a:prstGeom>
        </p:spPr>
      </p:pic>
      <p:pic>
        <p:nvPicPr>
          <p:cNvPr id="29" name="Graphic 28" descr="Collaboration&#10;">
            <a:extLst>
              <a:ext uri="{FF2B5EF4-FFF2-40B4-BE49-F238E27FC236}">
                <a16:creationId xmlns:a16="http://schemas.microsoft.com/office/drawing/2014/main" id="{DD5C5A6E-8A2A-2160-B69F-7BD8F09776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47555" y="2892699"/>
            <a:ext cx="483982" cy="483982"/>
          </a:xfrm>
          <a:prstGeom prst="rect">
            <a:avLst/>
          </a:prstGeom>
        </p:spPr>
      </p:pic>
      <p:pic>
        <p:nvPicPr>
          <p:cNvPr id="31" name="Graphic 30" descr="Compliance Manager&#10;">
            <a:extLst>
              <a:ext uri="{FF2B5EF4-FFF2-40B4-BE49-F238E27FC236}">
                <a16:creationId xmlns:a16="http://schemas.microsoft.com/office/drawing/2014/main" id="{7B091EEC-41D3-5057-F97F-26E5266D7F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88364" y="2892699"/>
            <a:ext cx="483982" cy="483982"/>
          </a:xfrm>
          <a:prstGeom prst="rect">
            <a:avLst/>
          </a:prstGeom>
        </p:spPr>
      </p:pic>
      <p:pic>
        <p:nvPicPr>
          <p:cNvPr id="33" name="Graphic 32" descr="Computer">
            <a:extLst>
              <a:ext uri="{FF2B5EF4-FFF2-40B4-BE49-F238E27FC236}">
                <a16:creationId xmlns:a16="http://schemas.microsoft.com/office/drawing/2014/main" id="{A3E4962C-5C81-B907-D7E4-B586AB75AD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23422" y="2892699"/>
            <a:ext cx="483982" cy="483982"/>
          </a:xfrm>
          <a:prstGeom prst="rect">
            <a:avLst/>
          </a:prstGeom>
        </p:spPr>
      </p:pic>
      <p:pic>
        <p:nvPicPr>
          <p:cNvPr id="37" name="Graphic 36" descr="X">
            <a:extLst>
              <a:ext uri="{FF2B5EF4-FFF2-40B4-BE49-F238E27FC236}">
                <a16:creationId xmlns:a16="http://schemas.microsoft.com/office/drawing/2014/main" id="{04783553-E397-9F22-1F64-DA01DD7FFD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96680" y="2892699"/>
            <a:ext cx="483982" cy="483982"/>
          </a:xfrm>
          <a:prstGeom prst="rect">
            <a:avLst/>
          </a:prstGeom>
        </p:spPr>
      </p:pic>
      <p:pic>
        <p:nvPicPr>
          <p:cNvPr id="39" name="Graphic 38" descr="Datasheet">
            <a:extLst>
              <a:ext uri="{FF2B5EF4-FFF2-40B4-BE49-F238E27FC236}">
                <a16:creationId xmlns:a16="http://schemas.microsoft.com/office/drawing/2014/main" id="{47820A4B-EC58-5788-BABD-8CBA18877A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647840" y="3724059"/>
            <a:ext cx="483982" cy="483982"/>
          </a:xfrm>
          <a:prstGeom prst="rect">
            <a:avLst/>
          </a:prstGeom>
        </p:spPr>
      </p:pic>
      <p:pic>
        <p:nvPicPr>
          <p:cNvPr id="41" name="Graphic 40" descr="Devices">
            <a:extLst>
              <a:ext uri="{FF2B5EF4-FFF2-40B4-BE49-F238E27FC236}">
                <a16:creationId xmlns:a16="http://schemas.microsoft.com/office/drawing/2014/main" id="{D9FBB606-FA32-9B91-F7D5-498BEEB1E0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03872" y="1233980"/>
            <a:ext cx="483982" cy="483982"/>
          </a:xfrm>
          <a:prstGeom prst="rect">
            <a:avLst/>
          </a:prstGeom>
        </p:spPr>
      </p:pic>
      <p:pic>
        <p:nvPicPr>
          <p:cNvPr id="43" name="Graphic 42" descr="Education">
            <a:extLst>
              <a:ext uri="{FF2B5EF4-FFF2-40B4-BE49-F238E27FC236}">
                <a16:creationId xmlns:a16="http://schemas.microsoft.com/office/drawing/2014/main" id="{4360ACE7-B440-8327-368D-95F60A6F7F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96680" y="3724059"/>
            <a:ext cx="483982" cy="483982"/>
          </a:xfrm>
          <a:prstGeom prst="rect">
            <a:avLst/>
          </a:prstGeom>
        </p:spPr>
      </p:pic>
      <p:pic>
        <p:nvPicPr>
          <p:cNvPr id="45" name="Graphic 44" descr="Email">
            <a:extLst>
              <a:ext uri="{FF2B5EF4-FFF2-40B4-BE49-F238E27FC236}">
                <a16:creationId xmlns:a16="http://schemas.microsoft.com/office/drawing/2014/main" id="{46EFDDC0-0B33-A186-B753-CA4B243981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03872" y="3724059"/>
            <a:ext cx="483982" cy="483982"/>
          </a:xfrm>
          <a:prstGeom prst="rect">
            <a:avLst/>
          </a:prstGeom>
        </p:spPr>
      </p:pic>
      <p:pic>
        <p:nvPicPr>
          <p:cNvPr id="47" name="Graphic 46" descr="Money">
            <a:extLst>
              <a:ext uri="{FF2B5EF4-FFF2-40B4-BE49-F238E27FC236}">
                <a16:creationId xmlns:a16="http://schemas.microsoft.com/office/drawing/2014/main" id="{0A929C09-B6E6-6739-CE59-9CBD6B9BB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688364" y="3724059"/>
            <a:ext cx="483982" cy="483982"/>
          </a:xfrm>
          <a:prstGeom prst="rect">
            <a:avLst/>
          </a:prstGeom>
        </p:spPr>
      </p:pic>
      <p:pic>
        <p:nvPicPr>
          <p:cNvPr id="49" name="Graphic 48" descr="Fingerprint">
            <a:extLst>
              <a:ext uri="{FF2B5EF4-FFF2-40B4-BE49-F238E27FC236}">
                <a16:creationId xmlns:a16="http://schemas.microsoft.com/office/drawing/2014/main" id="{CDE29EB4-6633-1E6B-A156-B729A3DB4F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688364" y="1233980"/>
            <a:ext cx="483982" cy="483982"/>
          </a:xfrm>
          <a:prstGeom prst="rect">
            <a:avLst/>
          </a:prstGeom>
        </p:spPr>
      </p:pic>
      <p:pic>
        <p:nvPicPr>
          <p:cNvPr id="51" name="Graphic 50" descr="Globe">
            <a:extLst>
              <a:ext uri="{FF2B5EF4-FFF2-40B4-BE49-F238E27FC236}">
                <a16:creationId xmlns:a16="http://schemas.microsoft.com/office/drawing/2014/main" id="{8F335FA5-FD66-9DB2-88DA-0EA18ACDCC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747555" y="3724059"/>
            <a:ext cx="483982" cy="483982"/>
          </a:xfrm>
          <a:prstGeom prst="rect">
            <a:avLst/>
          </a:prstGeom>
        </p:spPr>
      </p:pic>
      <p:pic>
        <p:nvPicPr>
          <p:cNvPr id="53" name="Graphic 52" descr="Government">
            <a:extLst>
              <a:ext uri="{FF2B5EF4-FFF2-40B4-BE49-F238E27FC236}">
                <a16:creationId xmlns:a16="http://schemas.microsoft.com/office/drawing/2014/main" id="{30C9E5BE-92E6-D498-D32B-8B1A441D4F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823422" y="3724059"/>
            <a:ext cx="483982" cy="483982"/>
          </a:xfrm>
          <a:prstGeom prst="rect">
            <a:avLst/>
          </a:prstGeom>
        </p:spPr>
      </p:pic>
      <p:pic>
        <p:nvPicPr>
          <p:cNvPr id="55" name="Graphic 54" descr="Healthcare&#10;">
            <a:extLst>
              <a:ext uri="{FF2B5EF4-FFF2-40B4-BE49-F238E27FC236}">
                <a16:creationId xmlns:a16="http://schemas.microsoft.com/office/drawing/2014/main" id="{3BEA93C3-1B49-19BA-D045-6B06879C1D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871356" y="3724059"/>
            <a:ext cx="483982" cy="483982"/>
          </a:xfrm>
          <a:prstGeom prst="rect">
            <a:avLst/>
          </a:prstGeom>
        </p:spPr>
      </p:pic>
      <p:pic>
        <p:nvPicPr>
          <p:cNvPr id="57" name="Graphic 56" descr="Identity Talks&#10;">
            <a:extLst>
              <a:ext uri="{FF2B5EF4-FFF2-40B4-BE49-F238E27FC236}">
                <a16:creationId xmlns:a16="http://schemas.microsoft.com/office/drawing/2014/main" id="{41E118FF-E4CF-ECD9-845B-56935A9FEA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47840" y="1233980"/>
            <a:ext cx="483982" cy="483982"/>
          </a:xfrm>
          <a:prstGeom prst="rect">
            <a:avLst/>
          </a:prstGeom>
        </p:spPr>
      </p:pic>
      <p:pic>
        <p:nvPicPr>
          <p:cNvPr id="59" name="Graphic 58" descr="Inbound">
            <a:extLst>
              <a:ext uri="{FF2B5EF4-FFF2-40B4-BE49-F238E27FC236}">
                <a16:creationId xmlns:a16="http://schemas.microsoft.com/office/drawing/2014/main" id="{E2552863-A7CD-2665-AEFB-712C94031A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699720" y="1233980"/>
            <a:ext cx="483982" cy="483982"/>
          </a:xfrm>
          <a:prstGeom prst="rect">
            <a:avLst/>
          </a:prstGeom>
        </p:spPr>
      </p:pic>
      <p:pic>
        <p:nvPicPr>
          <p:cNvPr id="63" name="Graphic 62" descr="Lifecycle Manager&#10;">
            <a:extLst>
              <a:ext uri="{FF2B5EF4-FFF2-40B4-BE49-F238E27FC236}">
                <a16:creationId xmlns:a16="http://schemas.microsoft.com/office/drawing/2014/main" id="{BFE349BF-331B-38B6-E82A-2E416D16E2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823422" y="1233980"/>
            <a:ext cx="483982" cy="483982"/>
          </a:xfrm>
          <a:prstGeom prst="rect">
            <a:avLst/>
          </a:prstGeom>
        </p:spPr>
      </p:pic>
      <p:pic>
        <p:nvPicPr>
          <p:cNvPr id="65" name="Graphic 64" descr="Manufacturing">
            <a:extLst>
              <a:ext uri="{FF2B5EF4-FFF2-40B4-BE49-F238E27FC236}">
                <a16:creationId xmlns:a16="http://schemas.microsoft.com/office/drawing/2014/main" id="{C1A66B38-C545-4665-A084-75A2FA279E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699720" y="3724059"/>
            <a:ext cx="483982" cy="483982"/>
          </a:xfrm>
          <a:prstGeom prst="rect">
            <a:avLst/>
          </a:prstGeom>
        </p:spPr>
      </p:pic>
      <p:pic>
        <p:nvPicPr>
          <p:cNvPr id="67" name="Graphic 66" descr="Maze">
            <a:extLst>
              <a:ext uri="{FF2B5EF4-FFF2-40B4-BE49-F238E27FC236}">
                <a16:creationId xmlns:a16="http://schemas.microsoft.com/office/drawing/2014/main" id="{DADD5161-9784-DD7E-33BD-76086E2218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747555" y="1233980"/>
            <a:ext cx="483982" cy="483982"/>
          </a:xfrm>
          <a:prstGeom prst="rect">
            <a:avLst/>
          </a:prstGeom>
        </p:spPr>
      </p:pic>
      <p:pic>
        <p:nvPicPr>
          <p:cNvPr id="69" name="Graphic 68" descr="Mergers and Acquisitions&#10;">
            <a:extLst>
              <a:ext uri="{FF2B5EF4-FFF2-40B4-BE49-F238E27FC236}">
                <a16:creationId xmlns:a16="http://schemas.microsoft.com/office/drawing/2014/main" id="{B20071D9-29B7-5371-EC2A-D218FB6FF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871356" y="1233980"/>
            <a:ext cx="483982" cy="483982"/>
          </a:xfrm>
          <a:prstGeom prst="rect">
            <a:avLst/>
          </a:prstGeom>
        </p:spPr>
      </p:pic>
      <p:pic>
        <p:nvPicPr>
          <p:cNvPr id="71" name="Graphic 70" descr="No Entry">
            <a:extLst>
              <a:ext uri="{FF2B5EF4-FFF2-40B4-BE49-F238E27FC236}">
                <a16:creationId xmlns:a16="http://schemas.microsoft.com/office/drawing/2014/main" id="{A6B8009B-2B36-10A3-0BBA-9E6DF6EB4C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21784" y="2922970"/>
            <a:ext cx="483982" cy="483982"/>
          </a:xfrm>
          <a:prstGeom prst="rect">
            <a:avLst/>
          </a:prstGeom>
        </p:spPr>
      </p:pic>
      <p:pic>
        <p:nvPicPr>
          <p:cNvPr id="73" name="Graphic 72" descr="On Premise">
            <a:extLst>
              <a:ext uri="{FF2B5EF4-FFF2-40B4-BE49-F238E27FC236}">
                <a16:creationId xmlns:a16="http://schemas.microsoft.com/office/drawing/2014/main" id="{C766B7A7-230C-9B3E-E60B-BD61E091FE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659560" y="1233980"/>
            <a:ext cx="483982" cy="483982"/>
          </a:xfrm>
          <a:prstGeom prst="rect">
            <a:avLst/>
          </a:prstGeom>
        </p:spPr>
      </p:pic>
      <p:pic>
        <p:nvPicPr>
          <p:cNvPr id="75" name="Graphic 74" descr="PAdlock">
            <a:extLst>
              <a:ext uri="{FF2B5EF4-FFF2-40B4-BE49-F238E27FC236}">
                <a16:creationId xmlns:a16="http://schemas.microsoft.com/office/drawing/2014/main" id="{8CCB8549-4D0A-11D3-A48E-FBC80A36FC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696680" y="1233980"/>
            <a:ext cx="483982" cy="483982"/>
          </a:xfrm>
          <a:prstGeom prst="rect">
            <a:avLst/>
          </a:prstGeom>
        </p:spPr>
      </p:pic>
      <p:pic>
        <p:nvPicPr>
          <p:cNvPr id="77" name="Graphic 76" descr="Password Management">
            <a:extLst>
              <a:ext uri="{FF2B5EF4-FFF2-40B4-BE49-F238E27FC236}">
                <a16:creationId xmlns:a16="http://schemas.microsoft.com/office/drawing/2014/main" id="{AFC765C0-6EEB-106A-B8A7-558B431854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998182" y="1233980"/>
            <a:ext cx="483982" cy="483982"/>
          </a:xfrm>
          <a:prstGeom prst="rect">
            <a:avLst/>
          </a:prstGeom>
        </p:spPr>
      </p:pic>
      <p:pic>
        <p:nvPicPr>
          <p:cNvPr id="81" name="Graphic 80" descr="Question">
            <a:extLst>
              <a:ext uri="{FF2B5EF4-FFF2-40B4-BE49-F238E27FC236}">
                <a16:creationId xmlns:a16="http://schemas.microsoft.com/office/drawing/2014/main" id="{FD1B29F4-C8B6-B9F0-4C4E-DCE32EF769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699720" y="2892699"/>
            <a:ext cx="483982" cy="483982"/>
          </a:xfrm>
          <a:prstGeom prst="rect">
            <a:avLst/>
          </a:prstGeom>
        </p:spPr>
      </p:pic>
      <p:pic>
        <p:nvPicPr>
          <p:cNvPr id="89" name="Graphic 88" descr="Shield">
            <a:extLst>
              <a:ext uri="{FF2B5EF4-FFF2-40B4-BE49-F238E27FC236}">
                <a16:creationId xmlns:a16="http://schemas.microsoft.com/office/drawing/2014/main" id="{BCD67CAC-8BBC-5B97-D087-5E6A09E184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21784" y="1233980"/>
            <a:ext cx="483982" cy="483982"/>
          </a:xfrm>
          <a:prstGeom prst="rect">
            <a:avLst/>
          </a:prstGeom>
        </p:spPr>
      </p:pic>
      <p:pic>
        <p:nvPicPr>
          <p:cNvPr id="91" name="Graphic 90" descr="Speech Bubbles&#10;">
            <a:extLst>
              <a:ext uri="{FF2B5EF4-FFF2-40B4-BE49-F238E27FC236}">
                <a16:creationId xmlns:a16="http://schemas.microsoft.com/office/drawing/2014/main" id="{83E254BA-22C8-9DB8-BD84-94C5D1394F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21784" y="3724059"/>
            <a:ext cx="483982" cy="483982"/>
          </a:xfrm>
          <a:prstGeom prst="rect">
            <a:avLst/>
          </a:prstGeom>
        </p:spPr>
      </p:pic>
      <p:pic>
        <p:nvPicPr>
          <p:cNvPr id="93" name="Graphic 92" descr="Stopwatch">
            <a:extLst>
              <a:ext uri="{FF2B5EF4-FFF2-40B4-BE49-F238E27FC236}">
                <a16:creationId xmlns:a16="http://schemas.microsoft.com/office/drawing/2014/main" id="{83F38B1F-C6DD-CD6B-558E-06588DEF34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21784" y="2021409"/>
            <a:ext cx="483982" cy="483982"/>
          </a:xfrm>
          <a:prstGeom prst="rect">
            <a:avLst/>
          </a:prstGeom>
        </p:spPr>
      </p:pic>
      <p:pic>
        <p:nvPicPr>
          <p:cNvPr id="99" name="Graphic 98" descr="Video">
            <a:extLst>
              <a:ext uri="{FF2B5EF4-FFF2-40B4-BE49-F238E27FC236}">
                <a16:creationId xmlns:a16="http://schemas.microsoft.com/office/drawing/2014/main" id="{BEEAA134-EC27-8E4A-8122-B903E9B88C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659235" y="3724059"/>
            <a:ext cx="484632" cy="484632"/>
          </a:xfrm>
          <a:prstGeom prst="rect">
            <a:avLst/>
          </a:prstGeom>
        </p:spPr>
      </p:pic>
      <p:pic>
        <p:nvPicPr>
          <p:cNvPr id="101" name="Graphic 100" descr="Profit">
            <a:extLst>
              <a:ext uri="{FF2B5EF4-FFF2-40B4-BE49-F238E27FC236}">
                <a16:creationId xmlns:a16="http://schemas.microsoft.com/office/drawing/2014/main" id="{B9F13D0E-8C4C-1E6F-288D-73E9E537C6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4703547" y="2882889"/>
            <a:ext cx="484632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FE2570-0482-8093-A729-DC0467815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365125"/>
            <a:ext cx="11430000" cy="797753"/>
          </a:xfrm>
        </p:spPr>
        <p:txBody>
          <a:bodyPr/>
          <a:lstStyle/>
          <a:p>
            <a:r>
              <a:rPr lang="en-US"/>
              <a:t>Icons</a:t>
            </a:r>
          </a:p>
        </p:txBody>
      </p:sp>
      <p:pic>
        <p:nvPicPr>
          <p:cNvPr id="147" name="Graphic 146" descr="AI (Artificial Intelligence)">
            <a:extLst>
              <a:ext uri="{FF2B5EF4-FFF2-40B4-BE49-F238E27FC236}">
                <a16:creationId xmlns:a16="http://schemas.microsoft.com/office/drawing/2014/main" id="{51D1DE6D-3284-55F3-028F-894102B1A8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871031" y="2066568"/>
            <a:ext cx="484632" cy="484632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E03FF893-5699-9530-0DC7-7F61E10EA30B}"/>
              </a:ext>
            </a:extLst>
          </p:cNvPr>
          <p:cNvSpPr txBox="1"/>
          <p:nvPr/>
        </p:nvSpPr>
        <p:spPr>
          <a:xfrm>
            <a:off x="3609607" y="6306918"/>
            <a:ext cx="5023586" cy="274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accent6"/>
                </a:solidFill>
                <a:latin typeface="Poppins" pitchFamily="2" charset="77"/>
                <a:cs typeface="Poppins" pitchFamily="2" charset="77"/>
              </a:rPr>
              <a:t>For additional brand icons visit </a:t>
            </a:r>
            <a:r>
              <a:rPr lang="en-US" sz="1200" dirty="0">
                <a:solidFill>
                  <a:schemeClr val="accent6"/>
                </a:solidFill>
                <a:latin typeface="Poppins" pitchFamily="2" charset="77"/>
                <a:cs typeface="Poppins" pitchFamily="2" charset="77"/>
                <a:hlinkClick r:id="rId41"/>
              </a:rPr>
              <a:t>sailpoint.com/brand</a:t>
            </a:r>
            <a:endParaRPr lang="en-US" sz="1200" dirty="0">
              <a:solidFill>
                <a:schemeClr val="accent6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A6113DA-6B53-9A8A-32D7-913ADFE5C3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541781" y="1923998"/>
            <a:ext cx="696100" cy="6961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A6A6612-6AA9-E6BA-2E41-7FEB482D9D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704672" y="2037996"/>
            <a:ext cx="511326" cy="51132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51788754-0D9A-B667-E92E-3773E3D729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2754949" y="2081923"/>
            <a:ext cx="528568" cy="528568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85A53F5B-2AA5-0005-E703-24E6AC32C3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8781241" y="2021409"/>
            <a:ext cx="552450" cy="55245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E0114B29-D162-ACB1-0A03-D1A0AFC603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0954886" y="2839707"/>
            <a:ext cx="661512" cy="661512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6D67B50C-9679-4A98-3B45-AA14FF8751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0954885" y="3637052"/>
            <a:ext cx="615331" cy="61533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1292B1C-D5AE-5028-7BEE-0BB19D2C85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529924" y="4547131"/>
            <a:ext cx="575842" cy="57584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F07AFBD-3F94-E458-7B0F-14A7F59A01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2653790" y="4547131"/>
            <a:ext cx="575842" cy="575842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E4055B-0250-C936-A18C-9AE5A9789E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591857" y="4547131"/>
            <a:ext cx="575842" cy="575842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18E6BB7-209A-BBC2-872B-0584690EAE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3619797" y="4547131"/>
            <a:ext cx="575842" cy="57584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2F64769-3F45-768E-B2FA-0EA4930BFA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4681730" y="4565405"/>
            <a:ext cx="539295" cy="539295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779CDF82-ABDA-E00F-4A2D-50B583676D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5606488" y="4511186"/>
            <a:ext cx="647733" cy="647733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375E5AD7-EDAB-564D-AFAF-21DF815DF1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7735056" y="4547131"/>
            <a:ext cx="575842" cy="575842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28C5AFCE-7DE8-BE2E-FDC3-4288551AF2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6631874" y="4547131"/>
            <a:ext cx="575842" cy="575842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894356A9-15B9-7CCE-9EA5-A71E5C8C43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8780411" y="4547131"/>
            <a:ext cx="575842" cy="575842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2F88D3B0-596B-D700-8B3D-CB844015DA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0954885" y="4547131"/>
            <a:ext cx="575842" cy="575842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8DD9E4F6-239D-226D-7B1B-000BC5885F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626618" y="5352488"/>
            <a:ext cx="484632" cy="484632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12D4EAAA-1BB0-AD3F-C088-8A530DA7DB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5688364" y="5352488"/>
            <a:ext cx="484632" cy="484632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1974FE53-639A-28AA-9E69-F885A27EC1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529924" y="5306883"/>
            <a:ext cx="575842" cy="575842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60E5CDD7-258C-141A-60EB-7B1BC9AAA3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3600012" y="5302607"/>
            <a:ext cx="584394" cy="584394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05C291A6-9D63-82C8-BFAA-0C53C20B44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5204" y="5352813"/>
            <a:ext cx="483982" cy="483982"/>
          </a:xfrm>
          <a:prstGeom prst="rect">
            <a:avLst/>
          </a:prstGeom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06F9AB57-8C49-8B62-EAC1-D8F279A370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555911" y="5270938"/>
            <a:ext cx="647733" cy="647733"/>
          </a:xfrm>
          <a:prstGeom prst="rect">
            <a:avLst/>
          </a:prstGeom>
        </p:spPr>
      </p:pic>
      <p:pic>
        <p:nvPicPr>
          <p:cNvPr id="84" name="Graphic 83">
            <a:extLst>
              <a:ext uri="{FF2B5EF4-FFF2-40B4-BE49-F238E27FC236}">
                <a16:creationId xmlns:a16="http://schemas.microsoft.com/office/drawing/2014/main" id="{12B277BA-13C8-C11B-7DEB-9B56271E0B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2577961" y="5270938"/>
            <a:ext cx="647733" cy="647733"/>
          </a:xfrm>
          <a:prstGeom prst="rect">
            <a:avLst/>
          </a:prstGeom>
        </p:spPr>
      </p:pic>
      <p:pic>
        <p:nvPicPr>
          <p:cNvPr id="86" name="Graphic 85">
            <a:extLst>
              <a:ext uri="{FF2B5EF4-FFF2-40B4-BE49-F238E27FC236}">
                <a16:creationId xmlns:a16="http://schemas.microsoft.com/office/drawing/2014/main" id="{3D9BB780-B458-EA6F-74EE-3D44582135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7745815" y="5323201"/>
            <a:ext cx="543207" cy="543207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A705B12E-699B-B16A-DBF8-AF79F1A88F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4664180" y="5333787"/>
            <a:ext cx="522034" cy="522034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1CADB3C0-D38D-90C1-7D8D-F1DC84CC03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8704527" y="5304707"/>
            <a:ext cx="580194" cy="580194"/>
          </a:xfrm>
          <a:prstGeom prst="rect">
            <a:avLst/>
          </a:prstGeom>
        </p:spPr>
      </p:pic>
      <p:pic>
        <p:nvPicPr>
          <p:cNvPr id="96" name="Graphic 95">
            <a:extLst>
              <a:ext uri="{FF2B5EF4-FFF2-40B4-BE49-F238E27FC236}">
                <a16:creationId xmlns:a16="http://schemas.microsoft.com/office/drawing/2014/main" id="{A8C53816-D0A6-0CB5-1507-5B161BB74B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10982282" y="5314536"/>
            <a:ext cx="560536" cy="560536"/>
          </a:xfrm>
          <a:prstGeom prst="rect">
            <a:avLst/>
          </a:prstGeom>
        </p:spPr>
      </p:pic>
      <p:pic>
        <p:nvPicPr>
          <p:cNvPr id="98" name="Graphic 97">
            <a:extLst>
              <a:ext uri="{FF2B5EF4-FFF2-40B4-BE49-F238E27FC236}">
                <a16:creationId xmlns:a16="http://schemas.microsoft.com/office/drawing/2014/main" id="{D978BB4E-076B-B0E1-7CF6-CB0024C7B4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9871030" y="4577438"/>
            <a:ext cx="484633" cy="48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731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20697-0B47-CDC7-701D-4FA5658A0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8F079321-46FB-CD30-696E-95BC240A3330}"/>
              </a:ext>
            </a:extLst>
          </p:cNvPr>
          <p:cNvSpPr/>
          <p:nvPr/>
        </p:nvSpPr>
        <p:spPr>
          <a:xfrm>
            <a:off x="406401" y="2105526"/>
            <a:ext cx="11611428" cy="3403314"/>
          </a:xfrm>
          <a:prstGeom prst="roundRect">
            <a:avLst>
              <a:gd name="adj" fmla="val 2584"/>
            </a:avLst>
          </a:prstGeom>
          <a:solidFill>
            <a:schemeClr val="bg2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0E0C4-3E68-0CF7-DF5C-DE080AA2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t>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61D53-7C3E-F9E1-A974-42F8322E50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© 2026 SailPoint Technologies, Inc. All rights reserved.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4C9946-7124-E640-BA5C-1F4861DF4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365125"/>
            <a:ext cx="11430000" cy="797753"/>
          </a:xfrm>
        </p:spPr>
        <p:txBody>
          <a:bodyPr/>
          <a:lstStyle/>
          <a:p>
            <a:r>
              <a:rPr lang="en-US"/>
              <a:t>Product icons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0298910-242F-1863-C066-7E295EBD9105}"/>
              </a:ext>
            </a:extLst>
          </p:cNvPr>
          <p:cNvSpPr txBox="1"/>
          <p:nvPr/>
        </p:nvSpPr>
        <p:spPr>
          <a:xfrm>
            <a:off x="448914" y="3183219"/>
            <a:ext cx="1270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solidFill>
                  <a:schemeClr val="accent6"/>
                </a:solidFill>
              </a:rPr>
              <a:t>Access Certifications/</a:t>
            </a:r>
            <a:br>
              <a:rPr lang="en-US" sz="800">
                <a:solidFill>
                  <a:schemeClr val="accent6"/>
                </a:solidFill>
              </a:rPr>
            </a:br>
            <a:r>
              <a:rPr lang="en-US" sz="800">
                <a:solidFill>
                  <a:schemeClr val="accent6"/>
                </a:solidFill>
              </a:rPr>
              <a:t>Recommendations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A24D90E-94D6-8A8C-ED35-09EF0C73AE0E}"/>
              </a:ext>
            </a:extLst>
          </p:cNvPr>
          <p:cNvSpPr txBox="1"/>
          <p:nvPr/>
        </p:nvSpPr>
        <p:spPr>
          <a:xfrm>
            <a:off x="1592208" y="3183219"/>
            <a:ext cx="68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Access Modeling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9F4AA56-303A-312C-B77E-2A49E91E49A0}"/>
              </a:ext>
            </a:extLst>
          </p:cNvPr>
          <p:cNvSpPr txBox="1"/>
          <p:nvPr/>
        </p:nvSpPr>
        <p:spPr>
          <a:xfrm>
            <a:off x="3280887" y="3183219"/>
            <a:ext cx="8179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Access Request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C0C80EF-A072-CB15-10E6-39DAD91ED4C3}"/>
              </a:ext>
            </a:extLst>
          </p:cNvPr>
          <p:cNvSpPr txBox="1"/>
          <p:nvPr/>
        </p:nvSpPr>
        <p:spPr>
          <a:xfrm>
            <a:off x="4033684" y="3183219"/>
            <a:ext cx="982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Access Risk Management</a:t>
            </a:r>
          </a:p>
        </p:txBody>
      </p:sp>
      <p:sp>
        <p:nvSpPr>
          <p:cNvPr id="117" name="TextBox 116" descr="Access Certification">
            <a:extLst>
              <a:ext uri="{FF2B5EF4-FFF2-40B4-BE49-F238E27FC236}">
                <a16:creationId xmlns:a16="http://schemas.microsoft.com/office/drawing/2014/main" id="{B604658F-E702-6630-68B7-A095EB188D3B}"/>
              </a:ext>
            </a:extLst>
          </p:cNvPr>
          <p:cNvSpPr txBox="1"/>
          <p:nvPr/>
        </p:nvSpPr>
        <p:spPr>
          <a:xfrm>
            <a:off x="7513249" y="3183219"/>
            <a:ext cx="982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Automated Provisioning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44FE712-19D9-2355-8163-AF46060BCDE6}"/>
              </a:ext>
            </a:extLst>
          </p:cNvPr>
          <p:cNvSpPr txBox="1"/>
          <p:nvPr/>
        </p:nvSpPr>
        <p:spPr>
          <a:xfrm>
            <a:off x="8376725" y="3183219"/>
            <a:ext cx="925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Cloud Infrastructure Entitlement Management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74C1712-DC88-28DC-5C8D-8BE2619D23A5}"/>
              </a:ext>
            </a:extLst>
          </p:cNvPr>
          <p:cNvSpPr txBox="1"/>
          <p:nvPr/>
        </p:nvSpPr>
        <p:spPr>
          <a:xfrm>
            <a:off x="10222828" y="3183219"/>
            <a:ext cx="833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Data Access Security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5274186-D8D9-0498-76FE-64C6AC3CDA97}"/>
              </a:ext>
            </a:extLst>
          </p:cNvPr>
          <p:cNvSpPr txBox="1"/>
          <p:nvPr/>
        </p:nvSpPr>
        <p:spPr>
          <a:xfrm>
            <a:off x="11127931" y="3174260"/>
            <a:ext cx="755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File Access Manager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047526F-228A-7FA3-701C-FE55D8DE1281}"/>
              </a:ext>
            </a:extLst>
          </p:cNvPr>
          <p:cNvSpPr txBox="1"/>
          <p:nvPr/>
        </p:nvSpPr>
        <p:spPr>
          <a:xfrm>
            <a:off x="3749575" y="4700267"/>
            <a:ext cx="995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Machine Identity Security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7D6BA5B-A22F-CCD8-CC4E-08B19662847D}"/>
              </a:ext>
            </a:extLst>
          </p:cNvPr>
          <p:cNvSpPr txBox="1"/>
          <p:nvPr/>
        </p:nvSpPr>
        <p:spPr>
          <a:xfrm>
            <a:off x="4598480" y="4700267"/>
            <a:ext cx="921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Non-Employee Risk Management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313C0D3-D9BC-77D6-DEBE-6ED5849F07B5}"/>
              </a:ext>
            </a:extLst>
          </p:cNvPr>
          <p:cNvSpPr txBox="1"/>
          <p:nvPr/>
        </p:nvSpPr>
        <p:spPr>
          <a:xfrm>
            <a:off x="6277131" y="4700267"/>
            <a:ext cx="882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Password Management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4D5C664-7BA8-E7DE-6695-20A26251D44D}"/>
              </a:ext>
            </a:extLst>
          </p:cNvPr>
          <p:cNvSpPr txBox="1"/>
          <p:nvPr/>
        </p:nvSpPr>
        <p:spPr>
          <a:xfrm>
            <a:off x="7873753" y="4700267"/>
            <a:ext cx="996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SailPoint Identity Security Cloud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9B00D9E-3D9C-68D1-065A-003A11FDCA8B}"/>
              </a:ext>
            </a:extLst>
          </p:cNvPr>
          <p:cNvSpPr txBox="1"/>
          <p:nvPr/>
        </p:nvSpPr>
        <p:spPr>
          <a:xfrm>
            <a:off x="8779263" y="4700267"/>
            <a:ext cx="749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Separation of Duties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F88EB35-9504-CBA4-8FAA-3DE4F0E686A5}"/>
              </a:ext>
            </a:extLst>
          </p:cNvPr>
          <p:cNvSpPr txBox="1"/>
          <p:nvPr/>
        </p:nvSpPr>
        <p:spPr>
          <a:xfrm>
            <a:off x="11194847" y="4700267"/>
            <a:ext cx="8433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Workflows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A0EE870-D297-51C2-1588-AAF791F9A92C}"/>
              </a:ext>
            </a:extLst>
          </p:cNvPr>
          <p:cNvSpPr txBox="1"/>
          <p:nvPr/>
        </p:nvSpPr>
        <p:spPr>
          <a:xfrm>
            <a:off x="1804804" y="5717604"/>
            <a:ext cx="85823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/>
                </a:solidFill>
                <a:latin typeface="Poppins" pitchFamily="2" charset="77"/>
                <a:cs typeface="Poppins" pitchFamily="2" charset="77"/>
              </a:rPr>
              <a:t>View, download, and read guidelines for icons from the Brand Center visit </a:t>
            </a:r>
            <a:r>
              <a:rPr lang="en-US" sz="1200" dirty="0">
                <a:solidFill>
                  <a:schemeClr val="accent6"/>
                </a:solidFill>
                <a:latin typeface="Poppins" pitchFamily="2" charset="77"/>
                <a:cs typeface="Poppins" pitchFamily="2" charset="77"/>
                <a:hlinkClick r:id="rId3"/>
              </a:rPr>
              <a:t>sailpoint.com/brand</a:t>
            </a:r>
            <a:endParaRPr lang="en-US" sz="1200" dirty="0">
              <a:solidFill>
                <a:schemeClr val="accent6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A80D2C-5FAB-6CD9-1167-0E7DA6FC3C20}"/>
              </a:ext>
            </a:extLst>
          </p:cNvPr>
          <p:cNvSpPr txBox="1"/>
          <p:nvPr/>
        </p:nvSpPr>
        <p:spPr>
          <a:xfrm>
            <a:off x="0" y="1349160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dirty="0">
                <a:solidFill>
                  <a:srgbClr val="415364"/>
                </a:solidFill>
                <a:effectLst/>
                <a:latin typeface="Poppins" pitchFamily="2" charset="77"/>
              </a:rPr>
              <a:t>Product icons should</a:t>
            </a:r>
            <a:r>
              <a:rPr lang="en-US" sz="1200" b="1" i="0" dirty="0">
                <a:solidFill>
                  <a:srgbClr val="415364"/>
                </a:solidFill>
                <a:effectLst/>
                <a:latin typeface="Poppins" pitchFamily="2" charset="77"/>
              </a:rPr>
              <a:t> </a:t>
            </a:r>
            <a:r>
              <a:rPr lang="en-US" sz="1200" b="1" dirty="0">
                <a:solidFill>
                  <a:srgbClr val="415364"/>
                </a:solidFill>
                <a:effectLst/>
                <a:latin typeface="Poppins SemiBold" pitchFamily="2" charset="77"/>
                <a:cs typeface="Poppins SemiBold" pitchFamily="2" charset="77"/>
              </a:rPr>
              <a:t>only be </a:t>
            </a:r>
            <a:r>
              <a:rPr lang="en-US" sz="1200" b="0" i="0" dirty="0">
                <a:solidFill>
                  <a:srgbClr val="415364"/>
                </a:solidFill>
                <a:effectLst/>
                <a:latin typeface="Poppins" pitchFamily="2" charset="77"/>
              </a:rPr>
              <a:t>used to represent the stated platform and products.</a:t>
            </a:r>
          </a:p>
          <a:p>
            <a:pPr algn="ctr"/>
            <a:r>
              <a:rPr lang="en-US" sz="1200" b="0" i="0" dirty="0">
                <a:solidFill>
                  <a:srgbClr val="415364"/>
                </a:solidFill>
                <a:effectLst/>
                <a:latin typeface="Poppins" pitchFamily="2" charset="77"/>
              </a:rPr>
              <a:t>Please do not use these to represent other concepts or thoughts.</a:t>
            </a:r>
            <a:endParaRPr lang="en-US" sz="1200" dirty="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1584895-73D3-1DC2-3424-77D4AEB1407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1060" y="2472709"/>
            <a:ext cx="705906" cy="7059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BC5DD2-6861-A490-C230-7A3F7B412D32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6909" y="2453459"/>
            <a:ext cx="705906" cy="7059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5EF8DB8-177A-DF6F-C5CE-E171C91B0D2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73010" y="2454368"/>
            <a:ext cx="704088" cy="70408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070C129-0054-A7B0-7EA1-7936CAF8D7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51666" y="2453459"/>
            <a:ext cx="705906" cy="70590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FF352D2-6657-5B39-DAB7-B33D47164CAD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86762" y="2453459"/>
            <a:ext cx="705906" cy="70590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D640AA5-01CA-9E4B-0F04-3D391913FAE2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6419" y="2453459"/>
            <a:ext cx="705906" cy="70590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E87BEA0-3CB9-5ADC-87B3-F0EDA43E2213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52860" y="2453459"/>
            <a:ext cx="705906" cy="70590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4AAE849-2DC4-582C-9B68-22C616C4101B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06211" y="3993549"/>
            <a:ext cx="705906" cy="70590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203221D-5D39-B155-9B8F-8275EE43DF1D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65346" y="3993549"/>
            <a:ext cx="705906" cy="70590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388F0EC-7667-3DCE-296F-4BE063B6292F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19213" y="3993549"/>
            <a:ext cx="705906" cy="70590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AD3F470-FB31-03D9-8E15-F0C3A2AE2A61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01133" y="3993549"/>
            <a:ext cx="705906" cy="70590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E120F64-F1F1-49E4-1B59-9A59214BA69F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63585" y="3993549"/>
            <a:ext cx="705906" cy="705906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139BCC0-CB9C-4D44-006C-B78DF799BF52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9204" y="2521285"/>
            <a:ext cx="570254" cy="570254"/>
          </a:xfrm>
          <a:prstGeom prst="rect">
            <a:avLst/>
          </a:prstGeom>
        </p:spPr>
      </p:pic>
      <p:pic>
        <p:nvPicPr>
          <p:cNvPr id="6" name="Picture 5" descr="A logo of a computer application&#10;&#10;Description automatically generated with medium confidence">
            <a:extLst>
              <a:ext uri="{FF2B5EF4-FFF2-40B4-BE49-F238E27FC236}">
                <a16:creationId xmlns:a16="http://schemas.microsoft.com/office/drawing/2014/main" id="{C8EFD562-EC92-9188-B7CA-790EA3A9E8CA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81292" y="2515900"/>
            <a:ext cx="581024" cy="5810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487747-D800-90C8-1A5A-B9F691213FEF}"/>
              </a:ext>
            </a:extLst>
          </p:cNvPr>
          <p:cNvSpPr txBox="1"/>
          <p:nvPr/>
        </p:nvSpPr>
        <p:spPr>
          <a:xfrm>
            <a:off x="6750113" y="3176504"/>
            <a:ext cx="843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Application onboarding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1CB0DC-924E-8D62-136E-A6B2DDF7D019}"/>
              </a:ext>
            </a:extLst>
          </p:cNvPr>
          <p:cNvSpPr txBox="1"/>
          <p:nvPr/>
        </p:nvSpPr>
        <p:spPr>
          <a:xfrm>
            <a:off x="7149899" y="4722843"/>
            <a:ext cx="823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Privilege Task Automation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B5E53C-701D-F525-6DC3-41D9CA20BFF1}"/>
              </a:ext>
            </a:extLst>
          </p:cNvPr>
          <p:cNvSpPr txBox="1"/>
          <p:nvPr/>
        </p:nvSpPr>
        <p:spPr>
          <a:xfrm>
            <a:off x="2220573" y="4703764"/>
            <a:ext cx="6836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solidFill>
                  <a:schemeClr val="accent6"/>
                </a:solidFill>
              </a:rPr>
              <a:t>IdentityIQ</a:t>
            </a:r>
            <a:endParaRPr lang="en-US" sz="800" dirty="0">
              <a:solidFill>
                <a:schemeClr val="accent6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7506F3B-342A-A529-44BD-F8FA7DBBF9E5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10334" y="3994458"/>
            <a:ext cx="704088" cy="704088"/>
          </a:xfrm>
          <a:prstGeom prst="rect">
            <a:avLst/>
          </a:prstGeom>
        </p:spPr>
      </p:pic>
      <p:pic>
        <p:nvPicPr>
          <p:cNvPr id="29" name="Picture 2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EBDE244-1A02-B560-BE27-D5FC83EC80BB}"/>
              </a:ext>
            </a:extLst>
          </p:cNvPr>
          <p:cNvPicPr>
            <a:picLocks noChangeAspect="1"/>
          </p:cNvPicPr>
          <p:nvPr/>
        </p:nvPicPr>
        <p:blipFill>
          <a:blip r:embed="rId1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1115" y="3976047"/>
            <a:ext cx="740911" cy="740911"/>
          </a:xfrm>
          <a:prstGeom prst="rect">
            <a:avLst/>
          </a:prstGeom>
        </p:spPr>
      </p:pic>
      <p:pic>
        <p:nvPicPr>
          <p:cNvPr id="32" name="Picture 31" descr="A logo of a robot and a shield&#10;&#10;AI-generated content may be incorrect.">
            <a:extLst>
              <a:ext uri="{FF2B5EF4-FFF2-40B4-BE49-F238E27FC236}">
                <a16:creationId xmlns:a16="http://schemas.microsoft.com/office/drawing/2014/main" id="{22BFBE9F-99A5-7E87-640E-E1552E4502DE}"/>
              </a:ext>
            </a:extLst>
          </p:cNvPr>
          <p:cNvPicPr>
            <a:picLocks noChangeAspect="1"/>
          </p:cNvPicPr>
          <p:nvPr/>
        </p:nvPicPr>
        <p:blipFill>
          <a:blip r:embed="rId2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9151" y="3978457"/>
            <a:ext cx="736091" cy="736091"/>
          </a:xfrm>
          <a:prstGeom prst="rect">
            <a:avLst/>
          </a:prstGeom>
        </p:spPr>
      </p:pic>
      <p:pic>
        <p:nvPicPr>
          <p:cNvPr id="37" name="Picture 36" descr="A logo of a magnifying glass and graph&#10;&#10;AI-generated content may be incorrect.">
            <a:extLst>
              <a:ext uri="{FF2B5EF4-FFF2-40B4-BE49-F238E27FC236}">
                <a16:creationId xmlns:a16="http://schemas.microsoft.com/office/drawing/2014/main" id="{B9E7419A-BC54-48CB-E9BC-530354B0D76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88932" y="2441342"/>
            <a:ext cx="730140" cy="730140"/>
          </a:xfrm>
          <a:prstGeom prst="rect">
            <a:avLst/>
          </a:prstGeom>
        </p:spPr>
      </p:pic>
      <p:sp>
        <p:nvSpPr>
          <p:cNvPr id="39" name="TextBox 38" descr="Access Certification">
            <a:extLst>
              <a:ext uri="{FF2B5EF4-FFF2-40B4-BE49-F238E27FC236}">
                <a16:creationId xmlns:a16="http://schemas.microsoft.com/office/drawing/2014/main" id="{6336DD23-1FAD-3161-94EF-096852C26436}"/>
              </a:ext>
            </a:extLst>
          </p:cNvPr>
          <p:cNvSpPr txBox="1"/>
          <p:nvPr/>
        </p:nvSpPr>
        <p:spPr>
          <a:xfrm>
            <a:off x="5951860" y="3198845"/>
            <a:ext cx="8042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Analytics</a:t>
            </a:r>
          </a:p>
        </p:txBody>
      </p:sp>
      <p:pic>
        <p:nvPicPr>
          <p:cNvPr id="43" name="Picture 42" descr="A white square with a pink person and check boxes&#10;&#10;AI-generated content may be incorrect.">
            <a:extLst>
              <a:ext uri="{FF2B5EF4-FFF2-40B4-BE49-F238E27FC236}">
                <a16:creationId xmlns:a16="http://schemas.microsoft.com/office/drawing/2014/main" id="{D876A651-31DF-0FD7-DBE1-D9E8A82A880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69401" y="2440990"/>
            <a:ext cx="730844" cy="730844"/>
          </a:xfrm>
          <a:prstGeom prst="rect">
            <a:avLst/>
          </a:prstGeom>
        </p:spPr>
      </p:pic>
      <p:sp>
        <p:nvSpPr>
          <p:cNvPr id="45" name="TextBox 44" descr="Access Certification">
            <a:extLst>
              <a:ext uri="{FF2B5EF4-FFF2-40B4-BE49-F238E27FC236}">
                <a16:creationId xmlns:a16="http://schemas.microsoft.com/office/drawing/2014/main" id="{5F225587-DCCE-EE62-0077-57801D198EEE}"/>
              </a:ext>
            </a:extLst>
          </p:cNvPr>
          <p:cNvSpPr txBox="1"/>
          <p:nvPr/>
        </p:nvSpPr>
        <p:spPr>
          <a:xfrm>
            <a:off x="9243453" y="3152579"/>
            <a:ext cx="982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Compliance Management</a:t>
            </a:r>
          </a:p>
        </p:txBody>
      </p:sp>
      <p:pic>
        <p:nvPicPr>
          <p:cNvPr id="47" name="Picture 46" descr="A logo of a person with a computer&#10;&#10;AI-generated content may be incorrect.">
            <a:extLst>
              <a:ext uri="{FF2B5EF4-FFF2-40B4-BE49-F238E27FC236}">
                <a16:creationId xmlns:a16="http://schemas.microsoft.com/office/drawing/2014/main" id="{0EBBFDEA-4982-B661-DD04-7FDA91316D3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68409" y="3978457"/>
            <a:ext cx="736090" cy="73609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5CDCB7A2-9B6D-EAD4-D2D2-A34949DD3C50}"/>
              </a:ext>
            </a:extLst>
          </p:cNvPr>
          <p:cNvSpPr txBox="1"/>
          <p:nvPr/>
        </p:nvSpPr>
        <p:spPr>
          <a:xfrm>
            <a:off x="1394649" y="4689229"/>
            <a:ext cx="68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Identity Risk</a:t>
            </a:r>
          </a:p>
        </p:txBody>
      </p:sp>
      <p:pic>
        <p:nvPicPr>
          <p:cNvPr id="51" name="Picture 50" descr="A blue and green logo&#10;&#10;AI-generated content may be incorrect.">
            <a:extLst>
              <a:ext uri="{FF2B5EF4-FFF2-40B4-BE49-F238E27FC236}">
                <a16:creationId xmlns:a16="http://schemas.microsoft.com/office/drawing/2014/main" id="{03BB29C0-68C5-A07F-6257-FEB1A1DF17B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025411" y="3972125"/>
            <a:ext cx="748755" cy="74875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B498179D-DCCD-B6E6-B310-0AF735F27C10}"/>
              </a:ext>
            </a:extLst>
          </p:cNvPr>
          <p:cNvSpPr txBox="1"/>
          <p:nvPr/>
        </p:nvSpPr>
        <p:spPr>
          <a:xfrm>
            <a:off x="2950743" y="4722843"/>
            <a:ext cx="898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Lifecycle Management</a:t>
            </a:r>
          </a:p>
        </p:txBody>
      </p:sp>
      <p:pic>
        <p:nvPicPr>
          <p:cNvPr id="54" name="Picture 53" descr="A logo of a cloud and a triangle&#10;&#10;AI-generated content may be incorrect.">
            <a:extLst>
              <a:ext uri="{FF2B5EF4-FFF2-40B4-BE49-F238E27FC236}">
                <a16:creationId xmlns:a16="http://schemas.microsoft.com/office/drawing/2014/main" id="{9F359C00-336F-3CB5-D64C-77F464DBCA7E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432477" y="3976046"/>
            <a:ext cx="740912" cy="740912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932E46B9-56E9-1D69-8037-25136763EE67}"/>
              </a:ext>
            </a:extLst>
          </p:cNvPr>
          <p:cNvSpPr txBox="1"/>
          <p:nvPr/>
        </p:nvSpPr>
        <p:spPr>
          <a:xfrm>
            <a:off x="10381242" y="4700267"/>
            <a:ext cx="843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Snowflake Secure Data</a:t>
            </a:r>
            <a:br>
              <a:rPr lang="en-US" sz="800" dirty="0">
                <a:solidFill>
                  <a:schemeClr val="accent6"/>
                </a:solidFill>
              </a:rPr>
            </a:br>
            <a:r>
              <a:rPr lang="en-US" sz="800" dirty="0">
                <a:solidFill>
                  <a:schemeClr val="accent6"/>
                </a:solidFill>
              </a:rPr>
              <a:t>Sharing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DD39E2-426F-E4CA-4FD5-EF1DF472AE6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446201" y="2440990"/>
            <a:ext cx="730844" cy="7308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6D2B7B-5568-7C5C-E64F-AFC4222DF455}"/>
              </a:ext>
            </a:extLst>
          </p:cNvPr>
          <p:cNvSpPr txBox="1"/>
          <p:nvPr/>
        </p:nvSpPr>
        <p:spPr>
          <a:xfrm>
            <a:off x="2367377" y="3183219"/>
            <a:ext cx="888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Accelerated Access Management</a:t>
            </a:r>
          </a:p>
        </p:txBody>
      </p:sp>
      <p:sp>
        <p:nvSpPr>
          <p:cNvPr id="16" name="TextBox 15" descr="Access Certification">
            <a:extLst>
              <a:ext uri="{FF2B5EF4-FFF2-40B4-BE49-F238E27FC236}">
                <a16:creationId xmlns:a16="http://schemas.microsoft.com/office/drawing/2014/main" id="{C072BE99-9BEE-1142-F831-CE4B3238B620}"/>
              </a:ext>
            </a:extLst>
          </p:cNvPr>
          <p:cNvSpPr txBox="1"/>
          <p:nvPr/>
        </p:nvSpPr>
        <p:spPr>
          <a:xfrm>
            <a:off x="4963617" y="3198845"/>
            <a:ext cx="965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Agent Identity Security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996ED11-8151-2832-8085-7355F48B52D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080740" y="2440990"/>
            <a:ext cx="730845" cy="73084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750C08C-7D66-D107-7F79-9731A003877C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540015" y="3971361"/>
            <a:ext cx="711783" cy="71178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9A8C84D-854E-6814-EA00-B1736B629D88}"/>
              </a:ext>
            </a:extLst>
          </p:cNvPr>
          <p:cNvSpPr txBox="1"/>
          <p:nvPr/>
        </p:nvSpPr>
        <p:spPr>
          <a:xfrm>
            <a:off x="5454738" y="4700267"/>
            <a:ext cx="882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Observability &amp; Insights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B8E2B5-8EF6-3723-D9E4-AB2408E436E3}"/>
              </a:ext>
            </a:extLst>
          </p:cNvPr>
          <p:cNvSpPr txBox="1"/>
          <p:nvPr/>
        </p:nvSpPr>
        <p:spPr>
          <a:xfrm>
            <a:off x="245345" y="4679205"/>
            <a:ext cx="12708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Harbor Pilot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9CEF8FC-B79C-A85A-AF2F-4B32691620A9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628101" y="3990611"/>
            <a:ext cx="711783" cy="711783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5720A37-88C3-1D44-F046-A6D595DFBEFB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11586" y="3977326"/>
            <a:ext cx="738353" cy="738353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B98AE39D-167B-3E00-DDE1-F1B34D25D6D0}"/>
              </a:ext>
            </a:extLst>
          </p:cNvPr>
          <p:cNvSpPr txBox="1"/>
          <p:nvPr/>
        </p:nvSpPr>
        <p:spPr>
          <a:xfrm>
            <a:off x="9649107" y="4700267"/>
            <a:ext cx="6697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/>
                </a:solidFill>
              </a:rPr>
              <a:t>Shadow AI</a:t>
            </a:r>
          </a:p>
        </p:txBody>
      </p:sp>
    </p:spTree>
    <p:extLst>
      <p:ext uri="{BB962C8B-B14F-4D97-AF65-F5344CB8AC3E}">
        <p14:creationId xmlns:p14="http://schemas.microsoft.com/office/powerpoint/2010/main" val="3563617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3798E-A26E-61AC-B18B-20D4D017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152-1C30-894C-9781-951D3C9748DF}" type="slidenum">
              <a:rPr lang="en-US" smtClean="0"/>
              <a:t>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C7270-1B88-C028-86F9-0E3D18A1EB5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© 2026 SailPoint Technologies, Inc. All rights reserved.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767BDA98-A107-21FF-3AE0-5E193ACA5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758" y="2887879"/>
            <a:ext cx="11216639" cy="1588207"/>
          </a:xfrm>
          <a:prstGeom prst="round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70B3AD9-5D14-983B-4265-7C55BFC57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759" y="1179445"/>
            <a:ext cx="11216639" cy="1588207"/>
          </a:xfrm>
          <a:prstGeom prst="round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FBF559-C35B-825C-9ACF-D2BB7B59ED05}"/>
              </a:ext>
            </a:extLst>
          </p:cNvPr>
          <p:cNvSpPr txBox="1"/>
          <p:nvPr/>
        </p:nvSpPr>
        <p:spPr>
          <a:xfrm>
            <a:off x="863418" y="1970054"/>
            <a:ext cx="498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>
                <a:solidFill>
                  <a:schemeClr val="accent6"/>
                </a:solidFill>
                <a:latin typeface="Poppins SemiBold" pitchFamily="2" charset="77"/>
                <a:cs typeface="Poppins SemiBold" pitchFamily="2" charset="77"/>
              </a:rPr>
              <a:t>Don’t</a:t>
            </a:r>
          </a:p>
          <a:p>
            <a:pPr algn="l"/>
            <a:r>
              <a:rPr lang="en-US" sz="1200">
                <a:solidFill>
                  <a:schemeClr val="accent6"/>
                </a:solidFill>
              </a:rPr>
              <a:t>Put use a lot of the colors together on a slide. This is distracting and doesn’t adhere to our color palette rules.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1D039B-773A-9F0C-2E2B-566976F2E04F}"/>
              </a:ext>
            </a:extLst>
          </p:cNvPr>
          <p:cNvSpPr txBox="1"/>
          <p:nvPr/>
        </p:nvSpPr>
        <p:spPr>
          <a:xfrm>
            <a:off x="6583500" y="1970054"/>
            <a:ext cx="498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>
                <a:solidFill>
                  <a:schemeClr val="accent6"/>
                </a:solidFill>
                <a:latin typeface="Poppins SemiBold" pitchFamily="2" charset="77"/>
                <a:cs typeface="Poppins SemiBold" pitchFamily="2" charset="77"/>
              </a:rPr>
              <a:t>Do</a:t>
            </a:r>
          </a:p>
          <a:p>
            <a:pPr algn="l"/>
            <a:r>
              <a:rPr lang="en-US" sz="1200">
                <a:solidFill>
                  <a:schemeClr val="accent6"/>
                </a:solidFill>
              </a:rPr>
              <a:t>Minimize use of color and use our palette for pops of color to communicate something that needs to stand out.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2F69792-3DBD-5A1A-EE37-7B5B87605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77172" y="1470064"/>
            <a:ext cx="2380616" cy="296562"/>
            <a:chOff x="977172" y="1470064"/>
            <a:chExt cx="2380616" cy="296562"/>
          </a:xfrm>
        </p:grpSpPr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35DD0103-121D-B8DC-7AEA-7972D60A78FD}"/>
                </a:ext>
              </a:extLst>
            </p:cNvPr>
            <p:cNvSpPr/>
            <p:nvPr/>
          </p:nvSpPr>
          <p:spPr>
            <a:xfrm>
              <a:off x="977172" y="1470064"/>
              <a:ext cx="538162" cy="29656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D5F5812E-6B9D-2299-292E-4C8F416A094F}"/>
                </a:ext>
              </a:extLst>
            </p:cNvPr>
            <p:cNvSpPr/>
            <p:nvPr/>
          </p:nvSpPr>
          <p:spPr>
            <a:xfrm>
              <a:off x="1284248" y="1470064"/>
              <a:ext cx="538162" cy="296562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C32DE6FD-D527-804A-D30D-215B730D73EC}"/>
                </a:ext>
              </a:extLst>
            </p:cNvPr>
            <p:cNvSpPr/>
            <p:nvPr/>
          </p:nvSpPr>
          <p:spPr>
            <a:xfrm>
              <a:off x="1591324" y="1470064"/>
              <a:ext cx="538162" cy="296562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A4424D80-42C5-2820-5449-FDAF3E9FB992}"/>
                </a:ext>
              </a:extLst>
            </p:cNvPr>
            <p:cNvSpPr/>
            <p:nvPr/>
          </p:nvSpPr>
          <p:spPr>
            <a:xfrm>
              <a:off x="1898400" y="1470064"/>
              <a:ext cx="538162" cy="296562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65" name="Rounded Rectangle 64">
              <a:extLst>
                <a:ext uri="{FF2B5EF4-FFF2-40B4-BE49-F238E27FC236}">
                  <a16:creationId xmlns:a16="http://schemas.microsoft.com/office/drawing/2014/main" id="{CA303427-8D0E-CBF8-019B-1A46C192A5B9}"/>
                </a:ext>
              </a:extLst>
            </p:cNvPr>
            <p:cNvSpPr/>
            <p:nvPr/>
          </p:nvSpPr>
          <p:spPr>
            <a:xfrm>
              <a:off x="2205476" y="1470064"/>
              <a:ext cx="538162" cy="296562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01C99473-71F5-C177-1B77-642E61062603}"/>
                </a:ext>
              </a:extLst>
            </p:cNvPr>
            <p:cNvSpPr/>
            <p:nvPr/>
          </p:nvSpPr>
          <p:spPr>
            <a:xfrm>
              <a:off x="2512552" y="1470064"/>
              <a:ext cx="538162" cy="296562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8D680559-9956-8F9C-A32B-54806D35CB0E}"/>
                </a:ext>
              </a:extLst>
            </p:cNvPr>
            <p:cNvSpPr/>
            <p:nvPr/>
          </p:nvSpPr>
          <p:spPr>
            <a:xfrm>
              <a:off x="2819626" y="1470064"/>
              <a:ext cx="538162" cy="296562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0957F088-B8D6-8527-8624-03CD4F18EB5C}"/>
              </a:ext>
            </a:extLst>
          </p:cNvPr>
          <p:cNvSpPr txBox="1"/>
          <p:nvPr/>
        </p:nvSpPr>
        <p:spPr>
          <a:xfrm>
            <a:off x="863418" y="3668556"/>
            <a:ext cx="498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>
                <a:solidFill>
                  <a:schemeClr val="accent6"/>
                </a:solidFill>
                <a:latin typeface="Poppins SemiBold" pitchFamily="2" charset="77"/>
                <a:cs typeface="Poppins SemiBold" pitchFamily="2" charset="77"/>
              </a:rPr>
              <a:t>Don’t</a:t>
            </a:r>
          </a:p>
          <a:p>
            <a:r>
              <a:rPr lang="en-US" sz="1200">
                <a:solidFill>
                  <a:schemeClr val="accent6"/>
                </a:solidFill>
              </a:rPr>
              <a:t>Use old branding – logos, colors, icons, styles, imagery, fonts, materials, or slide layouts.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CDDD2D-8B4F-975D-B978-A67CC8DF330E}"/>
              </a:ext>
            </a:extLst>
          </p:cNvPr>
          <p:cNvSpPr txBox="1"/>
          <p:nvPr/>
        </p:nvSpPr>
        <p:spPr>
          <a:xfrm>
            <a:off x="6583500" y="3668556"/>
            <a:ext cx="498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accent6"/>
                </a:solidFill>
                <a:latin typeface="Poppins SemiBold" pitchFamily="2" charset="77"/>
                <a:cs typeface="Poppins SemiBold" pitchFamily="2" charset="77"/>
              </a:rPr>
              <a:t>Do</a:t>
            </a:r>
          </a:p>
          <a:p>
            <a:r>
              <a:rPr lang="en-US" sz="1200">
                <a:solidFill>
                  <a:schemeClr val="accent6"/>
                </a:solidFill>
              </a:rPr>
              <a:t>Use new branding – logos, colors, icons, styles, imagery, fonts, materials, and slide layouts.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2D86CB3A-C28E-9633-1365-2DA821E8C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759" y="4576449"/>
            <a:ext cx="11216639" cy="1588207"/>
          </a:xfrm>
          <a:prstGeom prst="round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BA9605B-B5EA-004C-E5D9-1C11070DF946}"/>
              </a:ext>
            </a:extLst>
          </p:cNvPr>
          <p:cNvSpPr txBox="1"/>
          <p:nvPr/>
        </p:nvSpPr>
        <p:spPr>
          <a:xfrm>
            <a:off x="863418" y="5367058"/>
            <a:ext cx="498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>
                <a:solidFill>
                  <a:schemeClr val="accent6"/>
                </a:solidFill>
                <a:latin typeface="Poppins SemiBold" pitchFamily="2" charset="77"/>
                <a:cs typeface="Poppins SemiBold" pitchFamily="2" charset="77"/>
              </a:rPr>
              <a:t>Don’t</a:t>
            </a:r>
          </a:p>
          <a:p>
            <a:pPr algn="l"/>
            <a:r>
              <a:rPr lang="en-US" sz="1200">
                <a:solidFill>
                  <a:schemeClr val="accent6"/>
                </a:solidFill>
              </a:rPr>
              <a:t>Pull in slides from other decks or modify this deck size or built-in layouts. Grab assets from online resources.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BF17405-0FBC-1D30-759A-95F227F9E0F5}"/>
              </a:ext>
            </a:extLst>
          </p:cNvPr>
          <p:cNvSpPr txBox="1"/>
          <p:nvPr/>
        </p:nvSpPr>
        <p:spPr>
          <a:xfrm>
            <a:off x="6583500" y="5367058"/>
            <a:ext cx="498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>
                <a:solidFill>
                  <a:schemeClr val="accent6"/>
                </a:solidFill>
                <a:latin typeface="Poppins SemiBold" pitchFamily="2" charset="77"/>
                <a:cs typeface="Poppins SemiBold" pitchFamily="2" charset="77"/>
              </a:rPr>
              <a:t>Do</a:t>
            </a:r>
          </a:p>
          <a:p>
            <a:pPr algn="l"/>
            <a:r>
              <a:rPr lang="en-US" sz="1200">
                <a:solidFill>
                  <a:schemeClr val="accent6"/>
                </a:solidFill>
              </a:rPr>
              <a:t>Use the built-in layouts and slides within the deck template. Pull from all of the great resources on </a:t>
            </a:r>
            <a:r>
              <a:rPr lang="en-US" sz="1200" err="1">
                <a:solidFill>
                  <a:schemeClr val="accent6"/>
                </a:solidFill>
              </a:rPr>
              <a:t>HighSpot</a:t>
            </a:r>
            <a:r>
              <a:rPr lang="en-US" sz="1200">
                <a:solidFill>
                  <a:schemeClr val="accent6"/>
                </a:solidFill>
              </a:rPr>
              <a:t> and Guru.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0D6E28-62A9-3552-826C-10A2EDAD4398}"/>
              </a:ext>
            </a:extLst>
          </p:cNvPr>
          <p:cNvSpPr txBox="1"/>
          <p:nvPr/>
        </p:nvSpPr>
        <p:spPr>
          <a:xfrm>
            <a:off x="6583500" y="1412267"/>
            <a:ext cx="1148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dirty="0">
                <a:solidFill>
                  <a:schemeClr val="accent3"/>
                </a:solidFill>
                <a:latin typeface="Poppins SemiBold" pitchFamily="2" charset="77"/>
                <a:cs typeface="Poppins SemiBold" pitchFamily="2" charset="77"/>
              </a:rPr>
              <a:t>94</a:t>
            </a:r>
            <a:r>
              <a:rPr lang="en-US" sz="2000" b="1" dirty="0">
                <a:solidFill>
                  <a:schemeClr val="accent3"/>
                </a:solidFill>
                <a:latin typeface="Poppins SemiBold" pitchFamily="2" charset="77"/>
                <a:cs typeface="Poppins SemiBold" pitchFamily="2" charset="77"/>
              </a:rPr>
              <a:t>%</a:t>
            </a:r>
            <a:endParaRPr lang="en-US" sz="2800" b="1" dirty="0">
              <a:solidFill>
                <a:schemeClr val="accent3"/>
              </a:solidFill>
              <a:latin typeface="Poppins SemiBold" pitchFamily="2" charset="77"/>
              <a:cs typeface="Poppins SemiBol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EAA88DC-1E96-C292-39C3-45C7A22F45E4}"/>
              </a:ext>
            </a:extLst>
          </p:cNvPr>
          <p:cNvSpPr/>
          <p:nvPr/>
        </p:nvSpPr>
        <p:spPr>
          <a:xfrm>
            <a:off x="7639456" y="1396491"/>
            <a:ext cx="2170170" cy="52322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Poppins" pitchFamily="2" charset="77"/>
                <a:cs typeface="Poppins" pitchFamily="2" charset="77"/>
              </a:rPr>
              <a:t>White text on blue box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4784699-E99E-1B51-19DD-E50E7BAB0185}"/>
              </a:ext>
            </a:extLst>
          </p:cNvPr>
          <p:cNvSpPr txBox="1"/>
          <p:nvPr/>
        </p:nvSpPr>
        <p:spPr>
          <a:xfrm>
            <a:off x="3532374" y="1391687"/>
            <a:ext cx="2170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>
                <a:solidFill>
                  <a:schemeClr val="accent3"/>
                </a:solidFill>
                <a:latin typeface="Poppins SemiBold" pitchFamily="2" charset="77"/>
                <a:cs typeface="Poppins SemiBold" pitchFamily="2" charset="77"/>
              </a:rPr>
              <a:t>1</a:t>
            </a:r>
            <a:r>
              <a:rPr lang="en-US" sz="28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,</a:t>
            </a:r>
            <a:r>
              <a:rPr lang="en-US" sz="2800" b="1">
                <a:solidFill>
                  <a:schemeClr val="accent4"/>
                </a:solidFill>
                <a:latin typeface="Poppins SemiBold" pitchFamily="2" charset="77"/>
                <a:cs typeface="Poppins SemiBold" pitchFamily="2" charset="77"/>
              </a:rPr>
              <a:t>0</a:t>
            </a:r>
            <a:r>
              <a:rPr lang="en-US" sz="28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</a:t>
            </a:r>
            <a:r>
              <a:rPr lang="en-US" sz="28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</a:t>
            </a:r>
            <a:r>
              <a:rPr lang="en-US" sz="28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,</a:t>
            </a:r>
            <a:r>
              <a:rPr lang="en-US" sz="2800" b="1">
                <a:latin typeface="Poppins SemiBold" pitchFamily="2" charset="77"/>
                <a:cs typeface="Poppins SemiBold" pitchFamily="2" charset="77"/>
              </a:rPr>
              <a:t>3</a:t>
            </a:r>
            <a:r>
              <a:rPr lang="en-US" sz="2800" b="1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rPr>
              <a:t>2</a:t>
            </a:r>
            <a:r>
              <a:rPr lang="en-US" sz="2800" b="1">
                <a:solidFill>
                  <a:schemeClr val="accent3">
                    <a:lumMod val="20000"/>
                    <a:lumOff val="80000"/>
                  </a:schemeClr>
                </a:solidFill>
                <a:latin typeface="Poppins SemiBold" pitchFamily="2" charset="77"/>
                <a:cs typeface="Poppins SemiBold" pitchFamily="2" charset="77"/>
              </a:rPr>
              <a:t>8</a:t>
            </a:r>
          </a:p>
        </p:txBody>
      </p:sp>
      <p:grpSp>
        <p:nvGrpSpPr>
          <p:cNvPr id="77" name="Group 76" descr="Cloud Icon">
            <a:extLst>
              <a:ext uri="{FF2B5EF4-FFF2-40B4-BE49-F238E27FC236}">
                <a16:creationId xmlns:a16="http://schemas.microsoft.com/office/drawing/2014/main" id="{9A891E08-12C4-4096-CE81-36DB6875CA7F}"/>
              </a:ext>
            </a:extLst>
          </p:cNvPr>
          <p:cNvGrpSpPr/>
          <p:nvPr/>
        </p:nvGrpSpPr>
        <p:grpSpPr>
          <a:xfrm>
            <a:off x="909698" y="3080679"/>
            <a:ext cx="523665" cy="523665"/>
            <a:chOff x="3200400" y="1222744"/>
            <a:chExt cx="839972" cy="839972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A64CE564-F89A-E7F1-8005-D9E5D0B5C55C}"/>
                </a:ext>
              </a:extLst>
            </p:cNvPr>
            <p:cNvSpPr/>
            <p:nvPr/>
          </p:nvSpPr>
          <p:spPr>
            <a:xfrm>
              <a:off x="3200400" y="1222744"/>
              <a:ext cx="839972" cy="8399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9" name="Picture 78" descr="Icon&#10;&#10;Description automatically generated">
              <a:extLst>
                <a:ext uri="{FF2B5EF4-FFF2-40B4-BE49-F238E27FC236}">
                  <a16:creationId xmlns:a16="http://schemas.microsoft.com/office/drawing/2014/main" id="{EB6A69A3-58CA-A546-DA0D-089C65A26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99637" y="1313120"/>
              <a:ext cx="623777" cy="623777"/>
            </a:xfrm>
            <a:prstGeom prst="rect">
              <a:avLst/>
            </a:prstGeom>
          </p:spPr>
        </p:pic>
      </p:grpSp>
      <p:pic>
        <p:nvPicPr>
          <p:cNvPr id="80" name="Picture 18" descr="Old SailPoint Icon">
            <a:extLst>
              <a:ext uri="{FF2B5EF4-FFF2-40B4-BE49-F238E27FC236}">
                <a16:creationId xmlns:a16="http://schemas.microsoft.com/office/drawing/2014/main" id="{7A06507E-6B47-965C-5432-4E88F68F070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7189" y="3142679"/>
            <a:ext cx="420723" cy="438142"/>
          </a:xfrm>
          <a:prstGeom prst="rect">
            <a:avLst/>
          </a:prstGeom>
        </p:spPr>
      </p:pic>
      <p:pic>
        <p:nvPicPr>
          <p:cNvPr id="81" name="Graphic 80" descr="SailPoint Icon">
            <a:extLst>
              <a:ext uri="{FF2B5EF4-FFF2-40B4-BE49-F238E27FC236}">
                <a16:creationId xmlns:a16="http://schemas.microsoft.com/office/drawing/2014/main" id="{7448FAD6-1E86-9E84-9366-54A85B57B66A}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466" t="20483" r="71644" b="16354"/>
          <a:stretch/>
        </p:blipFill>
        <p:spPr>
          <a:xfrm>
            <a:off x="7286153" y="3142678"/>
            <a:ext cx="511091" cy="523665"/>
          </a:xfrm>
          <a:prstGeom prst="rect">
            <a:avLst/>
          </a:prstGeom>
        </p:spPr>
      </p:pic>
      <p:pic>
        <p:nvPicPr>
          <p:cNvPr id="11" name="Graphic 10" descr="Fingerprint">
            <a:extLst>
              <a:ext uri="{FF2B5EF4-FFF2-40B4-BE49-F238E27FC236}">
                <a16:creationId xmlns:a16="http://schemas.microsoft.com/office/drawing/2014/main" id="{AADBD2FE-370D-B999-2AEA-CBDE143ABD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5966" y="3161576"/>
            <a:ext cx="420723" cy="420723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DA7E9D3-ACE1-996B-A05C-F4A51B328ED2}"/>
              </a:ext>
            </a:extLst>
          </p:cNvPr>
          <p:cNvSpPr/>
          <p:nvPr/>
        </p:nvSpPr>
        <p:spPr>
          <a:xfrm>
            <a:off x="2152468" y="3192351"/>
            <a:ext cx="1326898" cy="388470"/>
          </a:xfrm>
          <a:prstGeom prst="roundRect">
            <a:avLst/>
          </a:prstGeom>
          <a:solidFill>
            <a:srgbClr val="0120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Old blue color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78367C5A-E215-DD17-834E-E9DA50935949}"/>
              </a:ext>
            </a:extLst>
          </p:cNvPr>
          <p:cNvSpPr/>
          <p:nvPr/>
        </p:nvSpPr>
        <p:spPr>
          <a:xfrm>
            <a:off x="8021335" y="3199383"/>
            <a:ext cx="1493725" cy="38847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Poppins SemiBold" pitchFamily="2" charset="77"/>
                <a:cs typeface="Poppins SemiBold" pitchFamily="2" charset="77"/>
              </a:rPr>
              <a:t>New blue color</a:t>
            </a:r>
          </a:p>
        </p:txBody>
      </p:sp>
      <p:pic>
        <p:nvPicPr>
          <p:cNvPr id="15" name="Picture 14" descr="Slide Example of Old SailPoint Deck">
            <a:extLst>
              <a:ext uri="{FF2B5EF4-FFF2-40B4-BE49-F238E27FC236}">
                <a16:creationId xmlns:a16="http://schemas.microsoft.com/office/drawing/2014/main" id="{43CC63C4-B731-77C3-2791-10BF05FAE75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1838" y="3081153"/>
            <a:ext cx="950920" cy="536710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9" name="Picture 18" descr="New SailPoint deck cover example">
            <a:extLst>
              <a:ext uri="{FF2B5EF4-FFF2-40B4-BE49-F238E27FC236}">
                <a16:creationId xmlns:a16="http://schemas.microsoft.com/office/drawing/2014/main" id="{5335A045-FA59-223B-CF82-6D2DD66676DD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68318" y="3072500"/>
            <a:ext cx="966493" cy="545363"/>
          </a:xfrm>
          <a:prstGeom prst="rect">
            <a:avLst/>
          </a:prstGeom>
        </p:spPr>
      </p:pic>
      <p:pic>
        <p:nvPicPr>
          <p:cNvPr id="21" name="Picture 20" descr="Different PowerPoint Slide example">
            <a:extLst>
              <a:ext uri="{FF2B5EF4-FFF2-40B4-BE49-F238E27FC236}">
                <a16:creationId xmlns:a16="http://schemas.microsoft.com/office/drawing/2014/main" id="{327E4E31-0C93-69DA-0313-A5D002762D38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404" y="4753343"/>
            <a:ext cx="963917" cy="542884"/>
          </a:xfrm>
          <a:prstGeom prst="rect">
            <a:avLst/>
          </a:prstGeom>
        </p:spPr>
      </p:pic>
      <p:pic>
        <p:nvPicPr>
          <p:cNvPr id="23" name="Picture 22" descr="Example of incorrect built-in layouts brought in from another deck">
            <a:extLst>
              <a:ext uri="{FF2B5EF4-FFF2-40B4-BE49-F238E27FC236}">
                <a16:creationId xmlns:a16="http://schemas.microsoft.com/office/drawing/2014/main" id="{E48C5207-0FBD-CFBC-9B38-944591402F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3188" y="4674591"/>
            <a:ext cx="1756447" cy="690033"/>
          </a:xfrm>
          <a:prstGeom prst="rect">
            <a:avLst/>
          </a:prstGeom>
        </p:spPr>
      </p:pic>
      <p:pic>
        <p:nvPicPr>
          <p:cNvPr id="25" name="Picture 24" descr="New SailPoint collateral example">
            <a:extLst>
              <a:ext uri="{FF2B5EF4-FFF2-40B4-BE49-F238E27FC236}">
                <a16:creationId xmlns:a16="http://schemas.microsoft.com/office/drawing/2014/main" id="{812581F8-4607-C32E-D1AD-A10EDD68B89B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22755" y="2975335"/>
            <a:ext cx="511092" cy="661413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27" name="Picture 26" descr="Old SailPoint Collateral Example">
            <a:extLst>
              <a:ext uri="{FF2B5EF4-FFF2-40B4-BE49-F238E27FC236}">
                <a16:creationId xmlns:a16="http://schemas.microsoft.com/office/drawing/2014/main" id="{FBA6689B-1B2A-317C-CA39-099EA615BF46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7579" y="2970359"/>
            <a:ext cx="544522" cy="722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C94ED6-603D-22F2-D2EE-60A03F54F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Guidance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93FB22-4377-C64D-185F-88EBBBA9694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46940" y="4730885"/>
            <a:ext cx="3523616" cy="54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419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2DA11-5A4F-AFE5-93EF-84E4194FE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1771"/>
            <a:ext cx="10515600" cy="1014984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pic>
        <p:nvPicPr>
          <p:cNvPr id="4" name="Graphic 3" descr="SailPoint">
            <a:extLst>
              <a:ext uri="{FF2B5EF4-FFF2-40B4-BE49-F238E27FC236}">
                <a16:creationId xmlns:a16="http://schemas.microsoft.com/office/drawing/2014/main" id="{745E61CC-5E90-B726-B2DF-15E74B49BC7F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18002" y="1647671"/>
            <a:ext cx="3555997" cy="126265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29ECA85-3598-8ADD-9B53-936A36BFC36E}"/>
              </a:ext>
            </a:extLst>
          </p:cNvPr>
          <p:cNvSpPr/>
          <p:nvPr/>
        </p:nvSpPr>
        <p:spPr>
          <a:xfrm>
            <a:off x="4038600" y="3177922"/>
            <a:ext cx="4114800" cy="45719"/>
          </a:xfrm>
          <a:prstGeom prst="rect">
            <a:avLst/>
          </a:prstGeom>
          <a:gradFill>
            <a:gsLst>
              <a:gs pos="76000">
                <a:schemeClr val="accent2"/>
              </a:gs>
              <a:gs pos="13000">
                <a:schemeClr val="accent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346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1_Office Theme">
  <a:themeElements>
    <a:clrScheme name="SailPoint 2025 Color Palette">
      <a:dk1>
        <a:srgbClr val="0033A1"/>
      </a:dk1>
      <a:lt1>
        <a:srgbClr val="FFFFFF"/>
      </a:lt1>
      <a:dk2>
        <a:srgbClr val="415364"/>
      </a:dk2>
      <a:lt2>
        <a:srgbClr val="DAE1E9"/>
      </a:lt2>
      <a:accent1>
        <a:srgbClr val="000000"/>
      </a:accent1>
      <a:accent2>
        <a:srgbClr val="0071CE"/>
      </a:accent2>
      <a:accent3>
        <a:srgbClr val="D60EB5"/>
      </a:accent3>
      <a:accent4>
        <a:srgbClr val="54C0E8"/>
      </a:accent4>
      <a:accent5>
        <a:srgbClr val="93D500"/>
      </a:accent5>
      <a:accent6>
        <a:srgbClr val="415364"/>
      </a:accent6>
      <a:hlink>
        <a:srgbClr val="0563C1"/>
      </a:hlink>
      <a:folHlink>
        <a:srgbClr val="0071CE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 dirty="0" smtClean="0">
            <a:latin typeface="Poppins" pitchFamily="2" charset="77"/>
            <a:cs typeface="Poppins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smtClean="0">
            <a:solidFill>
              <a:schemeClr val="accent6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ilPoint-PowerPointTemplate-20260326" id="{B481BA32-5647-BC46-99F2-B3C61EFDF20B}" vid="{C64021D6-1608-8D40-9049-CE771A4AA3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7c03267-aa41-4f09-8303-9480e7904866">
      <Terms xmlns="http://schemas.microsoft.com/office/infopath/2007/PartnerControls"/>
    </lcf76f155ced4ddcb4097134ff3c332f>
    <TaxCatchAll xmlns="3a1a68df-4ccf-46bb-a3e6-0c75a077a75e" xsi:nil="true"/>
    <Image xmlns="77c03267-aa41-4f09-8303-9480e790486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D47CC3F4ACB447AE8F8184D09D6F20" ma:contentTypeVersion="16" ma:contentTypeDescription="Create a new document." ma:contentTypeScope="" ma:versionID="8261b4a5554877c7d91d0d0f047e50a2">
  <xsd:schema xmlns:xsd="http://www.w3.org/2001/XMLSchema" xmlns:xs="http://www.w3.org/2001/XMLSchema" xmlns:p="http://schemas.microsoft.com/office/2006/metadata/properties" xmlns:ns2="77c03267-aa41-4f09-8303-9480e7904866" xmlns:ns3="3a1a68df-4ccf-46bb-a3e6-0c75a077a75e" targetNamespace="http://schemas.microsoft.com/office/2006/metadata/properties" ma:root="true" ma:fieldsID="46c0d20d664a201fd7eebb878254e7af" ns2:_="" ns3:_="">
    <xsd:import namespace="77c03267-aa41-4f09-8303-9480e7904866"/>
    <xsd:import namespace="3a1a68df-4ccf-46bb-a3e6-0c75a077a7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BillingMetadata" minOccurs="0"/>
                <xsd:element ref="ns2:Imag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c03267-aa41-4f09-8303-9480e79048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866ed406-3537-49d8-bc52-900f103f003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Image" ma:index="23" nillable="true" ma:displayName="Image" ma:format="Thumbnail" ma:internalName="Imag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1a68df-4ccf-46bb-a3e6-0c75a077a75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c15afb6-9997-4dd9-924d-fed1a966d7af}" ma:internalName="TaxCatchAll" ma:showField="CatchAllData" ma:web="3a1a68df-4ccf-46bb-a3e6-0c75a077a75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8CAB6F-5195-4CE4-A1FA-AA392002D798}">
  <ds:schemaRefs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d0454b62-40bb-4934-9c9b-88102b609213"/>
    <ds:schemaRef ds:uri="http://purl.org/dc/dcmitype/"/>
    <ds:schemaRef ds:uri="e78edb18-569b-4afb-9d58-7d7c74a0a394"/>
    <ds:schemaRef ds:uri="77c03267-aa41-4f09-8303-9480e7904866"/>
    <ds:schemaRef ds:uri="3a1a68df-4ccf-46bb-a3e6-0c75a077a75e"/>
  </ds:schemaRefs>
</ds:datastoreItem>
</file>

<file path=customXml/itemProps2.xml><?xml version="1.0" encoding="utf-8"?>
<ds:datastoreItem xmlns:ds="http://schemas.openxmlformats.org/officeDocument/2006/customXml" ds:itemID="{84075344-75F2-432D-84C6-00BD7C5CC8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c03267-aa41-4f09-8303-9480e7904866"/>
    <ds:schemaRef ds:uri="3a1a68df-4ccf-46bb-a3e6-0c75a077a7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33917EA-8D00-4CEE-A5A5-12068BB8A38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268245ea-4ba4-49ea-b9e9-1297ca568c17}" enabled="1" method="Privileged" siteId="{9c848b2a-49ba-4c39-9749-118d06717a8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1_Office Theme</Template>
  <TotalTime>1</TotalTime>
  <Words>1880</Words>
  <Application>Microsoft Macintosh PowerPoint</Application>
  <PresentationFormat>Widescreen</PresentationFormat>
  <Paragraphs>273</Paragraphs>
  <Slides>28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Calibri</vt:lpstr>
      <vt:lpstr>Arial</vt:lpstr>
      <vt:lpstr>Aptos</vt:lpstr>
      <vt:lpstr>MS PGothic</vt:lpstr>
      <vt:lpstr>Poppins Medium</vt:lpstr>
      <vt:lpstr>Poppins</vt:lpstr>
      <vt:lpstr>Poppins SemiBold</vt:lpstr>
      <vt:lpstr>1_Office Theme</vt:lpstr>
      <vt:lpstr>Welcome to the new era of adaptive identity</vt:lpstr>
      <vt:lpstr>Adaptive identity sets the standard for enterprise security</vt:lpstr>
      <vt:lpstr>Govern every identity:</vt:lpstr>
      <vt:lpstr>Adaptive identity sets the standard for enterprise security</vt:lpstr>
      <vt:lpstr>The new standard in identity security​</vt:lpstr>
      <vt:lpstr>Table of contents</vt:lpstr>
      <vt:lpstr>Agenda</vt:lpstr>
      <vt:lpstr>Title &amp; content slide</vt:lpstr>
      <vt:lpstr>Title &amp; content slide – dark mode</vt:lpstr>
      <vt:lpstr>PowerPoint Presentation</vt:lpstr>
      <vt:lpstr>Title &amp; content slide - Angle</vt:lpstr>
      <vt:lpstr>Lorem ipsum lorem ipsum</vt:lpstr>
      <vt:lpstr>Four tiles layout</vt:lpstr>
      <vt:lpstr>Lorem ipsum dolor sit amet</vt:lpstr>
      <vt:lpstr>Section header</vt:lpstr>
      <vt:lpstr>Section header</vt:lpstr>
      <vt:lpstr>Lorem ipsum dolor sit amet</vt:lpstr>
      <vt:lpstr>Three column</vt:lpstr>
      <vt:lpstr>Two content example</vt:lpstr>
      <vt:lpstr>Chart example</vt:lpstr>
      <vt:lpstr>Comparison</vt:lpstr>
      <vt:lpstr>Donut chart example</vt:lpstr>
      <vt:lpstr>Logos</vt:lpstr>
      <vt:lpstr>Color palette</vt:lpstr>
      <vt:lpstr>Icons</vt:lpstr>
      <vt:lpstr>Product icons</vt:lpstr>
      <vt:lpstr>Guidance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de los Rios Sanchez</dc:creator>
  <cp:lastModifiedBy>Fernando de los Rios Sanchez</cp:lastModifiedBy>
  <cp:revision>1</cp:revision>
  <dcterms:created xsi:type="dcterms:W3CDTF">2026-06-16T21:42:33Z</dcterms:created>
  <dcterms:modified xsi:type="dcterms:W3CDTF">2026-06-16T21:44:03Z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0x0101005BD47CC3F4ACB447AE8F8184D09D6F20</vt:lpwstr>
  </property>
  <property fmtid="{D5CDD505-2E9C-101B-9397-08002B2CF9AE}" pid="4" name="_ExtendedDescription">
    <vt:lpwstr/>
  </property>
</Properties>
</file>