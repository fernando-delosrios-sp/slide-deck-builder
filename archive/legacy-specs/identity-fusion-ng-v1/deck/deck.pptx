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Identity Fusion NG is an enterprise SaaS connector for SailPoint Identity Security Cloud. It consolidates managed-source accounts, computes derived attributes, and fuzzy-matches identities so you are no longer limited to brittle exact-match correlation.</a:t>
            </a:r>
          </a:p>
          <a:p/>
          <a:p>
            <a:r>
              <a:t>It supersedes the legacy v1.x architecture. Today's presentation establishes the definitive mental model: how the Map-Define-Match pipeline functions, who participates, how governance review operates, and how to roll it out safely.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failure mode in modern IGA is one person in HR and Active Directory becoming two identities when correlation finds nothing.</a:t>
            </a:r>
          </a:p>
          <a:p/>
          <a:p>
            <a:r>
              <a:t>Map aligns schemas and can keep several values. Define mints identifiers and normalises names and dates before comparison. Match scores near-duplicates and sends the grey zone to a reviewer.</a:t>
            </a:r>
          </a:p>
          <a:p/>
          <a:p>
            <a:r>
              <a:t>Importantly, Map and Define still pay off even with Match turned off. Records and Orphan source modes let you solve specialized lifecycle problems without full fuzzy matching.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execution order is always Map, then Define, then Match. You can enable any individual step, but the architectural sequence is immutable.</a:t>
            </a:r>
          </a:p>
          <a:p/>
          <a:p>
            <a:r>
              <a:t>Inputs are accounts from managed sources, plus existing ISC identities when identity scope is enabled. After Match executes, there are four exits: Fusion account, review form, automatic merge, or drop for Records and Orphan.</a:t>
            </a:r>
          </a:p>
          <a:p/>
          <a:p>
            <a:r>
              <a:t>Normal definitions run before Match to improve scoring fidelity; unique values wait until Match decides.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matrix left to right. 'Seed' describes who originates the Fusion account, not who merely participates.</a:t>
            </a:r>
          </a:p>
          <a:p/>
          <a:p>
            <a:r>
              <a:t>The baseline consists of identities in scope, existing Fusion accounts, and already-correlated accounts. Only uncorrelated managed accounts enter Match. Map still walks every participant, so contributing attributes is not a Match privilege.</a:t>
            </a:r>
          </a:p>
          <a:p/>
          <a:p>
            <a:r>
              <a:t>Records register unique values and emit no Fusion account on a miss. A matching Orphan attaches to an existing identity; a miss is dropped and can optionally be disabled on the managed source.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Umbrella versus side-car is governed strictly by the Fusion source's Authoritative flag, not whether Match runs. Matching runs identically in both modes.</a:t>
            </a:r>
          </a:p>
          <a:p/>
          <a:p>
            <a:r>
              <a:t>Use umbrella mode when Fusion itself must create identities. Use side-car for generated usernames, merged attributes, or Records and Orphan sources.</a:t>
            </a:r>
          </a:p>
          <a:p/>
          <a:p>
            <a:r>
              <a:t>Remember: Authoritative, Records, and Orphan name each managed source. Umbrella and side-car name the Fusion source itself.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runs first. Many source attribute names become one standardized Fusion attribute. First found takes the first non-empty value in configured source order.</a:t>
            </a:r>
          </a:p>
          <a:p/>
          <a:p>
            <a:r>
              <a:t>Keep a list or concatenate when several values are legitimate; concatenate renders distinct values in brackets, space-separated, with duplicates removed. Source name forces one source to win whatever the global priority order says.</a:t>
            </a:r>
          </a:p>
          <a:p/>
          <a:p>
            <a:r>
              <a:t>Main account uses that snapshot then origin, with no further fallback. Identity scope adds $identity to the context; the merge walk stays on configured sources.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definitions run after Map and before Match so that normalised names and dates improve scoring accuracy.</a:t>
            </a:r>
          </a:p>
          <a:p/>
          <a:p>
            <a:r>
              <a:t>Unique definitions run strictly after Match: usernames, employee numbers, counters, and UUIDs. If a generated identifier collides, Define retries using $counter up to the configured maximum attempts.</a:t>
            </a:r>
          </a:p>
          <a:p/>
          <a:p>
            <a:r>
              <a:t>Static attributes write once and persist. Always recalculate runs every aggregation cycle. If normal definition output is empty, it clears the stored value; use $previous to retain the last known good value.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uncorrelated managed accounts are scored against the baseline. A combined score at or above the auto-merge threshold executes an immediate merge. Scores between the review floor and auto-merge threshold generate an ISC review form. Scores below the review floor trigger non-match exits.</a:t>
            </a:r>
          </a:p>
          <a:p/>
          <a:p>
            <a:r>
              <a:t>Deferred candidates handle the race condition where two new accounts for the same person arrive in the same aggregation run: identity creation waits cleanly for the next cycle.</a:t>
            </a:r>
          </a:p>
          <a:p/>
          <a:p>
            <a:r>
              <a:t>Scoring runs when automatic merge is on or when manual review is active with valid reviewers.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rule compares one attribute using an algorithm. The minimum similarity threshold is also that rule's mathematical weight; the combined score is the weighted mean.</a:t>
            </a:r>
          </a:p>
          <a:p/>
          <a:p>
            <a:r>
              <a:t>A failed mandatory rule vetoes the candidate completely, regardless of the combined score. 'Skip if missing' prevents missing attributes from penalizing candidates.</a:t>
            </a:r>
          </a:p>
          <a:p/>
          <a:p>
            <a:r>
              <a:t>Use Enhanced Name Matcher for human names and Binary for exact identifiers. Start the review floor around 80, and enable automatic merge only after tuning with dry-run reports.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forms show the top candidate matches to assigned reviewers. Reviewers choose to link to an existing identity or create a new one; the decision applies on the next aggregation, not immediately.</a:t>
            </a:r>
          </a:p>
          <a:p/>
          <a:p>
            <a:r>
              <a:t>Reviewers are source owners acting globally, or per-source reviewer entitlement holders. Fusion reports and dry-run preview Match without writing to the tenant.</a:t>
            </a:r>
          </a:p>
          <a:p/>
          <a:p>
            <a:r>
              <a:t>Operational statuses left behind include activeReviews, candidate, authorized, manual, and auto. Without valid reviewers, borderline scores register safely as non-matched.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Matching decides who this account is. Correlation is the ISC platform link. You cannot link an account to an identity that does not exist yet, so Fusion creates it first.</a:t>
            </a:r>
          </a:p>
          <a:p/>
          <a:p>
            <a:r>
              <a:t>Correlate on aggregation PATCHes links during the run. Reverse correlation writes an attribute for native ISC rules. Do not correlate stages the work while matching continues to run.</a:t>
            </a:r>
          </a:p>
          <a:p/>
          <a:p>
            <a:r>
              <a:t>Correlation API calls are expensive; staging them with 'do not correlate' and using an enforced correlation role is best practice for large-scale initial loads.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Fusion account carries full provenance: contributing accounts, source origins, and modification history. Native identity and account name are locked at creation and never rewritten.</a:t>
            </a:r>
          </a:p>
          <a:p/>
          <a:p>
            <a:r>
              <a:t>Status entitlements are calculated and searchable in ISC. Action entitlements are requestable, including report generation and source-level review permissions.</a:t>
            </a:r>
          </a:p>
          <a:p/>
          <a:p>
            <a:r>
              <a:t>In v2.2.0, the aggregation engine features an NDJSON streaming memory cache that drastically reduces peak heap usage, alongside an event loop watchdog and configurable host log levels.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External settings is one unified gateway, not a separate product. Proxy mode runs connector logic on your own infrastructure and streams results back to ISC.</a:t>
            </a:r>
          </a:p>
          <a:p/>
          <a:p>
            <a:r>
              <a:t>Scenario recording captures live tenant API traffic for offline test replay. External logging posts from ISC or writes directly to disk in proxy mode.</a:t>
            </a:r>
          </a:p>
          <a:p/>
          <a:p>
            <a:r>
              <a:t>Dry-run runs the entire pipeline with writes suppressed. Scheduled ISC aggregations never send dry-run input, so use spcx CLI or the proxy host to execute dry-run analysis.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concise unless presenting to developers. Declarative configuration covers most enterprise needs: attribute mappings, Velocity expressions, match rules, and custom algorithms.</a:t>
            </a:r>
          </a:p>
          <a:p/>
          <a:p>
            <a:r>
              <a:t>Overrides live cleanly in your own connector build. A service override keeps the pipeline intact while swapping a domain algorithm. An operation override lets you customize connector entry points with the wired registry in hand.</a:t>
            </a:r>
          </a:p>
          <a:p/>
          <a:p>
            <a:r>
              <a:t>Nine standard operations exist. Both seams resolve strictly per operation run, preventing memory leaks or state leakage between executions.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peer starting points, all sharing the standardized onboarding path: create source, test connection, discover schema, aggregate entitlements, and run initial account aggregation.</a:t>
            </a:r>
          </a:p>
          <a:p/>
          <a:p>
            <a:r>
              <a:t>No separate summary slide is needed: this archetype breakdown serves as the architectural recap and operational roadmap. Consult the Getting Started guide for setup checklists and configuration references.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Identity Fusion NG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[Next-Gen Identity Fabric] Map, Define, Match: Consolidating Multi-Source Accounts into One Identity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Enterprise SaaS Connector for SailPoint Identity Security Cloud | Architecture &amp; Operations Guide</a:t>
            </a:r>
          </a:p>
        </p:txBody>
      </p:sp>
      <p:pic>
        <p:nvPicPr>
          <p:cNvPr id="4" name="Picture 3" descr="identity_fusion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00831"/>
            <a:ext cx="5486400" cy="3062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Why Identity Fusion NG?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[The Correlation Gap] Solving identity fragmentation where brittle exact-match correlation rules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correlation_gap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00831"/>
            <a:ext cx="5486400" cy="30621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The Map, Define, Match Pipeline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[Core Architecture] One strictly ordered processing stream with four distinct lifecycle exits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■ 1. Map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Walks all participating sources and identities in scope.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Harmonizes disparate vendor schemas into standard attributes.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Consolidates multi-role values via deterministic merge strategies.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2. Define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Executes dynamic Velocity expression rules.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Phase 1 (Pre-Match): Normalizes names, phone numbers, and dates.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Phase 2 (Post-Match): Mints unique usernames and employee numbers.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3. Match &amp; Exits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Scores uncorrelated accounts against the established baseline.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Exit 1: Return authoritative Fusion Account.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Exit 2: Generate interactive human Review Form.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Exit 3: Automatic merge upon high-confidence match.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Exit 4: Silent drop for unlinked Records or Orphan accounts.</a:t>
            </a:r>
          </a:p>
        </p:txBody>
      </p:sp>
      <p:pic>
        <p:nvPicPr>
          <p:cNvPr id="4" name="Picture 3" descr="map_define_match_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00831"/>
            <a:ext cx="5486400" cy="30621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Who Participates, and in Which Step?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[Source Mechanics] Seeding, scoring, contributing attributes, and exiting are four separate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■ Identities in Scope: Originate baseline Fusion accounts. Map evaluates their attributes, but they never enter Match scoring as candidates; they form the reference target.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Uncorrelated Managed Accounts: The only accounts that enter Match scoring. Evaluated against the baseline. On positive match, they merge; on miss, they exit per source type rules.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Records Sources: Register unique values (e.g. employee ID pools) and contribute attributes without generating standalone Fusion accounts on a non-match.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Orphan Sources: Match attempts to attach orphaned accounts to existing identities. Unmatched accounts are dropped and can be automatically disabled at the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Umbrella vs. Side-Car Deployment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[Authority Strategy] Determined by the Fusion source's authoritative status, not whether matching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umbrella_sidecar_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00831"/>
            <a:ext cx="5486400" cy="3062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How Map Resolves Conflicting Attributes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[Map Engine] Schema harmonization first, then deterministic multi-source merge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■ First Found &amp; Priority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Takes the first non-empty value in the configured source priority order.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New configurations default to Main Account priority.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Ensures stable, deterministic attribute fallback across secondary accounts.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List &amp; Concatenation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Preserves legitimately multi-valued personas (e.g. dual titles or roles).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Concatenation formats distinct values in clean brackets: [Sales Engineer] [Consultant].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Automatically deduplicates values across contributing sources.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Source Name Anchor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Designates a specific named source to always win for a chosen attribute.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Overrides global priority order for sensitive fields (e.g. security clearance).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Guarantees domain ownership across disparate source feeds.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What Does Define Compute, and When?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[Define Engine] Two distinct execution phases: normal attributes before scoring, unique values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■ Phase 1: Normal Definitions (Pre-Match)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Velocity expressions read mapped values, identity fields, and source snapshots.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Normalizes dirty source attributes: standardizes given names, formats dates, strips whitespace.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Executes before Match so high-quality, normalized attributes drive similarity scoring.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Utilizes $previous state caching to prevent clearing values when inputs are unchanged.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Phase 2: Unique Definitions (Post-Match)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Executes strictly after Match establishes whether an identity is new or merged.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Mints globally unique values: usernames, corporate emails, employee IDs, and UUIDs.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Collision handling: Retries automatically with incrementing $counter up to configured max.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Avoids wasting identifier pool numbers on candidates that merge into existing accounts.</a:t>
            </a:r>
          </a:p>
        </p:txBody>
      </p:sp>
      <p:pic>
        <p:nvPicPr>
          <p:cNvPr id="4" name="Picture 3" descr="define_engine_pha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00831"/>
            <a:ext cx="5486400" cy="30621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What Happens to an Account in Match?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[Match Engine] Scoring against the reference baseline splits candidates into three operational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• Only uncorrelated managed accounts are scored, evaluated strictly against the known Fusion baseline.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• Deferred Candidates: When the only potential match is another new account from the same run, creation defers safely to the next cycle.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• Reviewer Safety Gate: Borderline scores require active reviewers or valid auto-merge; otherwise, unreviewed accounts drop safely to non-matched.</a:t>
            </a:r>
          </a:p>
        </p:txBody>
      </p:sp>
      <p:pic>
        <p:nvPicPr>
          <p:cNvPr id="4" name="Picture 3" descr="governance_review_scor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00831"/>
            <a:ext cx="5486400" cy="30621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How is a Match Score Built?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[Scoring Mechanics] Weighted mathematical similarity combined with hard mandatory veto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■ Weighted Similarity Mean: Each rule compares one attribute with a chosen algorithm. The rule's minimum threshold serves as its mathematical weight in the combined composite score.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Mandatory Veto Rules: A failed mandatory rule immediately rejects the candidate regardless of how high the overall composite score is (e.g. clearance or location conflict).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Specialized Matchers: Enhanced Name Matcher handles nicknames and phonetic typos. Binary enforces exact IDs. Jaro-Winkler, Dice, and custom Velocity rules handle edge cases.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Noise Reduction: 'Skip if missing' prevents empty optional source attributes from dragging scores down. Recommended starting review floor is 80; tune using dry-run.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Where Do Humans Fit In?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[Governance] Interactive review forms for decisions, background reports for non-invasive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■ Interactive Review Forms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Presents top matching candidates and attribute comparisons in native ISC Forms.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Reviewers decide: Link account to an existing identity OR authorize a new identity.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Decisions persist in review storage and execute during the subsequent aggregation run.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Assigned globally to source owners or delegated via reviewer:&lt;sourceId&gt; entitlements.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Fusion Analytical Reports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Evaluates match distributions and previews correlation outcomes without writing to ISC.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Produces comprehensive CSV records of candidate pairs, scoring breakdowns, and grey zones.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Essential for initial rule calibration, threshold tuning, and pre-production validation.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Leaves clean operational statuses: activeReviews, candidate, authorized, manual, and auto.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How is Correlation Different from Matching?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[Identity Linking] Matching asks 'Who is this person?'; Correlation creates the ISC platform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What Does a Fusion Account Give an Operator?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[Operations &amp; v2.2.0] Full provenance traceability, dynamic entitlements, and v2.2.0 high-scale streaming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■ Immutable Provenance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Carries standard attributes: contributing accounts, sources, origin source, and history.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Native identity and account name are set at creation and never rewritten.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Full cryptographic traceability back to original managed system records.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Calculated Entitlements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Status entitlements calculated dynamically: new, activeReviews, nonMatched, unmerged, orphan.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Action entitlements requestable in ISC: fusion:report and reviewer:&lt;sourceId&gt;.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Searchable across ISC for rapid identity triage and audit reporting.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v2.2.0 Streaming Engine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Peak aggregation memory footprint reduced via NDJSON streaming caches.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Configurable host log levels (trace, debug, info, warn, error) for deep diagnostics.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Integrated event loop watchdog prevents thread starvation and aggregation timeouts.</a:t>
            </a:r>
          </a:p>
        </p:txBody>
      </p:sp>
      <p:pic>
        <p:nvPicPr>
          <p:cNvPr id="4" name="Picture 3" descr="v220_performance_sc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00831"/>
            <a:ext cx="5486400" cy="30621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Enterprise External Processing &amp; Resilience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[Reliability Gateway] One flexible gateway providing four enterprise operational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■ Proxy Mode: Executes connector logic on your private infrastructure (container or VM) and streams results back to ISC SaaS, eliminating tenant execution timeouts.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Scenario Recording: Captures live ISC tenant API interactions into compact NDJSON recordings on disk for offline replay, regression testing, and CI validation.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External Host Logging: Routes structured connector logs directly to local disk or remote syslog collectors with runtime configurable host log filtering.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Dry-Run Simulation: Executes the entire Map-Define-Match pipeline with tenant write operations suppressed, providing zero-risk verification before production rollout.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Where Can You Plug in Your Own Code?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[Developer Seams] Declarative configuration first, backed by two clean architectural override seams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■ Seam 1: Service Registry Overrides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Replace or extend core domain services (MappingService, MatchingService, DefinitionService).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The Service Registry automatically wires your custom service into the pipeline.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All supporting services and upstream/downstream dependencies remain intact.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Service instances resolve per operation run: completely isolated with zero cross-tenant leakage.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Seam 2: Operation Handler Overrides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Intercept standard SaaS connector operations (accountList, accountCreate, testConnection).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Receives the fully wired Service Registry with all services pre-built.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Enables bespoke source pagination, proprietary API transformations, or external event dispatching.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   • Most enterprise projects need neither: configuration and Velocity cover 95% of use cases.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Which Path is Yours?</a:t>
            </a:r>
          </a:p>
          <a:p>
            <a:pPr>
              <a:defRPr sz="1300">
                <a:solidFill>
                  <a:srgbClr val="2563EB"/>
                </a:solidFill>
              </a:defRPr>
            </a:pPr>
            <a:r>
              <a:t>[Implementation] Four proven implementation archetypes and the standardized onboarding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■ HR &amp; AD Deduplication: Umbrella mode. Configure Authoritative sources, tune Enhanced Name Matcher, and calibrate auto-merge threshold to eliminate duplicate accounts.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Identifier Minting Pool: Records source type. Define Velocity rules for unique corporate usernames and employee IDs with automated collision retry counters.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Contractor Cleanup: Orphan source type. Score non-employee accounts against identity baseline; automatically detach and disable orphaned accounts at source.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■ Attribute Consolidation: Side-car mode. Harmonize divergent schemas and consolidate multi-persona job titles across systems without altering ISC identity ownership.</a:t>
            </a:r>
          </a:p>
        </p:txBody>
      </p:sp>
      <p:pic>
        <p:nvPicPr>
          <p:cNvPr id="4" name="Picture 3" descr="rollout_playbook_phas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00831"/>
            <a:ext cx="5486400" cy="30621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